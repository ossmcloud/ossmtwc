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60" r:id="rId7"/>
    <p:sldId id="258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64BFE2-81C0-4621-80AE-00E333C28F3D}" v="40" dt="2026-01-28T13:29:58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 Perrem" userId="7f6c7df0-939b-471e-adb8-9d010c10c195" providerId="ADAL" clId="{FB4E5189-D162-412D-A437-FCC28E2C2E07}"/>
    <pc:docChg chg="undo redo custSel addSld modSld sldOrd">
      <pc:chgData name="Mark Perrem" userId="7f6c7df0-939b-471e-adb8-9d010c10c195" providerId="ADAL" clId="{FB4E5189-D162-412D-A437-FCC28E2C2E07}" dt="2026-01-28T13:31:00.201" v="2217" actId="1076"/>
      <pc:docMkLst>
        <pc:docMk/>
      </pc:docMkLst>
      <pc:sldChg chg="addSp delSp modSp new mod">
        <pc:chgData name="Mark Perrem" userId="7f6c7df0-939b-471e-adb8-9d010c10c195" providerId="ADAL" clId="{FB4E5189-D162-412D-A437-FCC28E2C2E07}" dt="2026-01-28T12:43:38.456" v="1684" actId="1076"/>
        <pc:sldMkLst>
          <pc:docMk/>
          <pc:sldMk cId="3486757920" sldId="256"/>
        </pc:sldMkLst>
        <pc:spChg chg="add mod topLvl">
          <ac:chgData name="Mark Perrem" userId="7f6c7df0-939b-471e-adb8-9d010c10c195" providerId="ADAL" clId="{FB4E5189-D162-412D-A437-FCC28E2C2E07}" dt="2026-01-28T12:42:51.695" v="1667" actId="164"/>
          <ac:spMkLst>
            <pc:docMk/>
            <pc:sldMk cId="3486757920" sldId="256"/>
            <ac:spMk id="6" creationId="{1F911F08-A9A2-255B-EF9B-69CC0713232A}"/>
          </ac:spMkLst>
        </pc:spChg>
        <pc:spChg chg="add mod topLvl">
          <ac:chgData name="Mark Perrem" userId="7f6c7df0-939b-471e-adb8-9d010c10c195" providerId="ADAL" clId="{FB4E5189-D162-412D-A437-FCC28E2C2E07}" dt="2026-01-28T12:42:51.695" v="1667" actId="164"/>
          <ac:spMkLst>
            <pc:docMk/>
            <pc:sldMk cId="3486757920" sldId="256"/>
            <ac:spMk id="7" creationId="{9908CDE7-2F11-D555-8CFE-54C52E071095}"/>
          </ac:spMkLst>
        </pc:spChg>
        <pc:spChg chg="add mod topLvl">
          <ac:chgData name="Mark Perrem" userId="7f6c7df0-939b-471e-adb8-9d010c10c195" providerId="ADAL" clId="{FB4E5189-D162-412D-A437-FCC28E2C2E07}" dt="2026-01-28T12:42:51.695" v="1667" actId="164"/>
          <ac:spMkLst>
            <pc:docMk/>
            <pc:sldMk cId="3486757920" sldId="256"/>
            <ac:spMk id="8" creationId="{DAC8961C-C753-DF71-0999-9B3F4705C905}"/>
          </ac:spMkLst>
        </pc:spChg>
        <pc:spChg chg="mod topLvl">
          <ac:chgData name="Mark Perrem" userId="7f6c7df0-939b-471e-adb8-9d010c10c195" providerId="ADAL" clId="{FB4E5189-D162-412D-A437-FCC28E2C2E07}" dt="2026-01-28T12:43:38.122" v="1683" actId="165"/>
          <ac:spMkLst>
            <pc:docMk/>
            <pc:sldMk cId="3486757920" sldId="256"/>
            <ac:spMk id="15" creationId="{04025973-0E3B-6D7C-FB38-A52D56FF14F1}"/>
          </ac:spMkLst>
        </pc:spChg>
        <pc:spChg chg="mod topLvl">
          <ac:chgData name="Mark Perrem" userId="7f6c7df0-939b-471e-adb8-9d010c10c195" providerId="ADAL" clId="{FB4E5189-D162-412D-A437-FCC28E2C2E07}" dt="2026-01-28T12:43:38.122" v="1683" actId="165"/>
          <ac:spMkLst>
            <pc:docMk/>
            <pc:sldMk cId="3486757920" sldId="256"/>
            <ac:spMk id="16" creationId="{887B12D1-D6F7-D592-B84F-A8540C50A722}"/>
          </ac:spMkLst>
        </pc:spChg>
        <pc:spChg chg="mod topLvl">
          <ac:chgData name="Mark Perrem" userId="7f6c7df0-939b-471e-adb8-9d010c10c195" providerId="ADAL" clId="{FB4E5189-D162-412D-A437-FCC28E2C2E07}" dt="2026-01-28T12:43:38.122" v="1683" actId="165"/>
          <ac:spMkLst>
            <pc:docMk/>
            <pc:sldMk cId="3486757920" sldId="256"/>
            <ac:spMk id="17" creationId="{57FD5757-CDF2-4DBA-3DAA-584CBB5B11B9}"/>
          </ac:spMkLst>
        </pc:spChg>
        <pc:spChg chg="mod">
          <ac:chgData name="Mark Perrem" userId="7f6c7df0-939b-471e-adb8-9d010c10c195" providerId="ADAL" clId="{FB4E5189-D162-412D-A437-FCC28E2C2E07}" dt="2026-01-28T12:42:53.818" v="1668"/>
          <ac:spMkLst>
            <pc:docMk/>
            <pc:sldMk cId="3486757920" sldId="256"/>
            <ac:spMk id="20" creationId="{240E6961-3C05-1EB2-FE7F-46240B3C554A}"/>
          </ac:spMkLst>
        </pc:spChg>
        <pc:spChg chg="mod">
          <ac:chgData name="Mark Perrem" userId="7f6c7df0-939b-471e-adb8-9d010c10c195" providerId="ADAL" clId="{FB4E5189-D162-412D-A437-FCC28E2C2E07}" dt="2026-01-28T12:42:53.818" v="1668"/>
          <ac:spMkLst>
            <pc:docMk/>
            <pc:sldMk cId="3486757920" sldId="256"/>
            <ac:spMk id="21" creationId="{5AE5EE7F-D35B-BC8A-6B96-8F6895695027}"/>
          </ac:spMkLst>
        </pc:spChg>
        <pc:spChg chg="mod">
          <ac:chgData name="Mark Perrem" userId="7f6c7df0-939b-471e-adb8-9d010c10c195" providerId="ADAL" clId="{FB4E5189-D162-412D-A437-FCC28E2C2E07}" dt="2026-01-28T12:42:53.818" v="1668"/>
          <ac:spMkLst>
            <pc:docMk/>
            <pc:sldMk cId="3486757920" sldId="256"/>
            <ac:spMk id="23" creationId="{99022AF1-D64A-6E44-9FFB-04D9A55C5019}"/>
          </ac:spMkLst>
        </pc:spChg>
        <pc:spChg chg="mod">
          <ac:chgData name="Mark Perrem" userId="7f6c7df0-939b-471e-adb8-9d010c10c195" providerId="ADAL" clId="{FB4E5189-D162-412D-A437-FCC28E2C2E07}" dt="2026-01-28T12:42:53.818" v="1668"/>
          <ac:spMkLst>
            <pc:docMk/>
            <pc:sldMk cId="3486757920" sldId="256"/>
            <ac:spMk id="24" creationId="{1507BECE-207A-E72F-DB8B-31D65FF5EE92}"/>
          </ac:spMkLst>
        </pc:spChg>
        <pc:spChg chg="mod">
          <ac:chgData name="Mark Perrem" userId="7f6c7df0-939b-471e-adb8-9d010c10c195" providerId="ADAL" clId="{FB4E5189-D162-412D-A437-FCC28E2C2E07}" dt="2026-01-28T12:42:53.818" v="1668"/>
          <ac:spMkLst>
            <pc:docMk/>
            <pc:sldMk cId="3486757920" sldId="256"/>
            <ac:spMk id="25" creationId="{9DE5A3AE-5509-2F91-061D-B54331A54862}"/>
          </ac:spMkLst>
        </pc:spChg>
        <pc:spChg chg="mod">
          <ac:chgData name="Mark Perrem" userId="7f6c7df0-939b-471e-adb8-9d010c10c195" providerId="ADAL" clId="{FB4E5189-D162-412D-A437-FCC28E2C2E07}" dt="2026-01-28T12:42:54.407" v="1669"/>
          <ac:spMkLst>
            <pc:docMk/>
            <pc:sldMk cId="3486757920" sldId="256"/>
            <ac:spMk id="27" creationId="{FA95F97A-9A83-ED26-AE92-0454F3697519}"/>
          </ac:spMkLst>
        </pc:spChg>
        <pc:spChg chg="mod">
          <ac:chgData name="Mark Perrem" userId="7f6c7df0-939b-471e-adb8-9d010c10c195" providerId="ADAL" clId="{FB4E5189-D162-412D-A437-FCC28E2C2E07}" dt="2026-01-28T12:42:54.407" v="1669"/>
          <ac:spMkLst>
            <pc:docMk/>
            <pc:sldMk cId="3486757920" sldId="256"/>
            <ac:spMk id="29" creationId="{F5B3DDE3-084F-3E87-4EA9-1B75E9C3DD4D}"/>
          </ac:spMkLst>
        </pc:spChg>
        <pc:spChg chg="mod">
          <ac:chgData name="Mark Perrem" userId="7f6c7df0-939b-471e-adb8-9d010c10c195" providerId="ADAL" clId="{FB4E5189-D162-412D-A437-FCC28E2C2E07}" dt="2026-01-28T12:42:54.407" v="1669"/>
          <ac:spMkLst>
            <pc:docMk/>
            <pc:sldMk cId="3486757920" sldId="256"/>
            <ac:spMk id="30" creationId="{7173B253-6A36-7B65-F6E8-346C194F6FB6}"/>
          </ac:spMkLst>
        </pc:spChg>
        <pc:spChg chg="mod">
          <ac:chgData name="Mark Perrem" userId="7f6c7df0-939b-471e-adb8-9d010c10c195" providerId="ADAL" clId="{FB4E5189-D162-412D-A437-FCC28E2C2E07}" dt="2026-01-28T12:42:54.407" v="1669"/>
          <ac:spMkLst>
            <pc:docMk/>
            <pc:sldMk cId="3486757920" sldId="256"/>
            <ac:spMk id="31" creationId="{7FADA290-E231-EBAA-8A13-B5AF350A9DB0}"/>
          </ac:spMkLst>
        </pc:spChg>
        <pc:spChg chg="mod">
          <ac:chgData name="Mark Perrem" userId="7f6c7df0-939b-471e-adb8-9d010c10c195" providerId="ADAL" clId="{FB4E5189-D162-412D-A437-FCC28E2C2E07}" dt="2026-01-28T12:42:54.407" v="1669"/>
          <ac:spMkLst>
            <pc:docMk/>
            <pc:sldMk cId="3486757920" sldId="256"/>
            <ac:spMk id="32" creationId="{88E517CF-4CA6-54BA-49E7-4B26A309A69B}"/>
          </ac:spMkLst>
        </pc:spChg>
        <pc:spChg chg="mod">
          <ac:chgData name="Mark Perrem" userId="7f6c7df0-939b-471e-adb8-9d010c10c195" providerId="ADAL" clId="{FB4E5189-D162-412D-A437-FCC28E2C2E07}" dt="2026-01-28T12:43:21.426" v="1680" actId="1036"/>
          <ac:spMkLst>
            <pc:docMk/>
            <pc:sldMk cId="3486757920" sldId="256"/>
            <ac:spMk id="45" creationId="{E299A8C4-DCCF-D13C-7B44-A4E9DF0D3C32}"/>
          </ac:spMkLst>
        </pc:spChg>
        <pc:spChg chg="mod">
          <ac:chgData name="Mark Perrem" userId="7f6c7df0-939b-471e-adb8-9d010c10c195" providerId="ADAL" clId="{FB4E5189-D162-412D-A437-FCC28E2C2E07}" dt="2026-01-28T12:43:15.782" v="1674" actId="1076"/>
          <ac:spMkLst>
            <pc:docMk/>
            <pc:sldMk cId="3486757920" sldId="256"/>
            <ac:spMk id="48" creationId="{81BD0798-B427-B0FE-9375-9C66A2A48722}"/>
          </ac:spMkLst>
        </pc:spChg>
        <pc:spChg chg="mod">
          <ac:chgData name="Mark Perrem" userId="7f6c7df0-939b-471e-adb8-9d010c10c195" providerId="ADAL" clId="{FB4E5189-D162-412D-A437-FCC28E2C2E07}" dt="2026-01-28T12:43:21.426" v="1680" actId="1036"/>
          <ac:spMkLst>
            <pc:docMk/>
            <pc:sldMk cId="3486757920" sldId="256"/>
            <ac:spMk id="49" creationId="{E6041B06-DB5B-A9FD-7B43-71DF0E82DA3F}"/>
          </ac:spMkLst>
        </pc:spChg>
        <pc:spChg chg="add mod topLvl">
          <ac:chgData name="Mark Perrem" userId="7f6c7df0-939b-471e-adb8-9d010c10c195" providerId="ADAL" clId="{FB4E5189-D162-412D-A437-FCC28E2C2E07}" dt="2026-01-28T12:42:51.695" v="1667" actId="164"/>
          <ac:spMkLst>
            <pc:docMk/>
            <pc:sldMk cId="3486757920" sldId="256"/>
            <ac:spMk id="77" creationId="{B71CC80F-4DEE-8644-17F5-9915DBAE9599}"/>
          </ac:spMkLst>
        </pc:spChg>
        <pc:spChg chg="add mod ord topLvl">
          <ac:chgData name="Mark Perrem" userId="7f6c7df0-939b-471e-adb8-9d010c10c195" providerId="ADAL" clId="{FB4E5189-D162-412D-A437-FCC28E2C2E07}" dt="2026-01-28T12:42:51.695" v="1667" actId="164"/>
          <ac:spMkLst>
            <pc:docMk/>
            <pc:sldMk cId="3486757920" sldId="256"/>
            <ac:spMk id="109" creationId="{3B509AE8-4992-C1B5-8E80-245AE24E4939}"/>
          </ac:spMkLst>
        </pc:spChg>
        <pc:grpChg chg="add mod">
          <ac:chgData name="Mark Perrem" userId="7f6c7df0-939b-471e-adb8-9d010c10c195" providerId="ADAL" clId="{FB4E5189-D162-412D-A437-FCC28E2C2E07}" dt="2026-01-28T12:42:51.695" v="1667" actId="164"/>
          <ac:grpSpMkLst>
            <pc:docMk/>
            <pc:sldMk cId="3486757920" sldId="256"/>
            <ac:grpSpMk id="18" creationId="{0C462634-AAA1-5295-8978-1B88ADC4B00D}"/>
          </ac:grpSpMkLst>
        </pc:grpChg>
        <pc:grpChg chg="add mod">
          <ac:chgData name="Mark Perrem" userId="7f6c7df0-939b-471e-adb8-9d010c10c195" providerId="ADAL" clId="{FB4E5189-D162-412D-A437-FCC28E2C2E07}" dt="2026-01-28T12:42:53.818" v="1668"/>
          <ac:grpSpMkLst>
            <pc:docMk/>
            <pc:sldMk cId="3486757920" sldId="256"/>
            <ac:grpSpMk id="19" creationId="{9487C1CB-D801-6806-1F43-A4AFFDACA224}"/>
          </ac:grpSpMkLst>
        </pc:grpChg>
        <pc:grpChg chg="add mod">
          <ac:chgData name="Mark Perrem" userId="7f6c7df0-939b-471e-adb8-9d010c10c195" providerId="ADAL" clId="{FB4E5189-D162-412D-A437-FCC28E2C2E07}" dt="2026-01-28T12:42:54.407" v="1669"/>
          <ac:grpSpMkLst>
            <pc:docMk/>
            <pc:sldMk cId="3486757920" sldId="256"/>
            <ac:grpSpMk id="26" creationId="{545D8E54-CEA7-7AF6-A76D-5D4CF291EF9A}"/>
          </ac:grpSpMkLst>
        </pc:grpChg>
        <pc:grpChg chg="add del mod">
          <ac:chgData name="Mark Perrem" userId="7f6c7df0-939b-471e-adb8-9d010c10c195" providerId="ADAL" clId="{FB4E5189-D162-412D-A437-FCC28E2C2E07}" dt="2026-01-28T12:43:38.456" v="1684" actId="1076"/>
          <ac:grpSpMkLst>
            <pc:docMk/>
            <pc:sldMk cId="3486757920" sldId="256"/>
            <ac:grpSpMk id="28" creationId="{AD87ED12-A1E8-FEA2-EC8D-25386A18B2B7}"/>
          </ac:grpSpMkLst>
        </pc:grpChg>
        <pc:cxnChg chg="mod">
          <ac:chgData name="Mark Perrem" userId="7f6c7df0-939b-471e-adb8-9d010c10c195" providerId="ADAL" clId="{FB4E5189-D162-412D-A437-FCC28E2C2E07}" dt="2026-01-28T12:43:15.782" v="1674" actId="1076"/>
          <ac:cxnSpMkLst>
            <pc:docMk/>
            <pc:sldMk cId="3486757920" sldId="256"/>
            <ac:cxnSpMk id="57" creationId="{3983DE27-5427-6470-6FCC-E089774A792D}"/>
          </ac:cxnSpMkLst>
        </pc:cxnChg>
        <pc:cxnChg chg="mod">
          <ac:chgData name="Mark Perrem" userId="7f6c7df0-939b-471e-adb8-9d010c10c195" providerId="ADAL" clId="{FB4E5189-D162-412D-A437-FCC28E2C2E07}" dt="2026-01-28T12:43:21.426" v="1680" actId="1036"/>
          <ac:cxnSpMkLst>
            <pc:docMk/>
            <pc:sldMk cId="3486757920" sldId="256"/>
            <ac:cxnSpMk id="60" creationId="{239F8F61-AE24-B42B-4300-FA5DE6C4A814}"/>
          </ac:cxnSpMkLst>
        </pc:cxnChg>
        <pc:cxnChg chg="mod">
          <ac:chgData name="Mark Perrem" userId="7f6c7df0-939b-471e-adb8-9d010c10c195" providerId="ADAL" clId="{FB4E5189-D162-412D-A437-FCC28E2C2E07}" dt="2026-01-28T12:43:38.456" v="1684" actId="1076"/>
          <ac:cxnSpMkLst>
            <pc:docMk/>
            <pc:sldMk cId="3486757920" sldId="256"/>
            <ac:cxnSpMk id="71" creationId="{4CDBD612-08FB-1035-3D50-ECC5AD9B087F}"/>
          </ac:cxnSpMkLst>
        </pc:cxnChg>
        <pc:cxnChg chg="mod">
          <ac:chgData name="Mark Perrem" userId="7f6c7df0-939b-471e-adb8-9d010c10c195" providerId="ADAL" clId="{FB4E5189-D162-412D-A437-FCC28E2C2E07}" dt="2026-01-28T12:43:02.947" v="1670" actId="14100"/>
          <ac:cxnSpMkLst>
            <pc:docMk/>
            <pc:sldMk cId="3486757920" sldId="256"/>
            <ac:cxnSpMk id="97" creationId="{0BE029F3-14D4-80AF-88DA-A620D84B0E07}"/>
          </ac:cxnSpMkLst>
        </pc:cxnChg>
        <pc:cxnChg chg="mod">
          <ac:chgData name="Mark Perrem" userId="7f6c7df0-939b-471e-adb8-9d010c10c195" providerId="ADAL" clId="{FB4E5189-D162-412D-A437-FCC28E2C2E07}" dt="2026-01-28T12:43:05.696" v="1671" actId="14100"/>
          <ac:cxnSpMkLst>
            <pc:docMk/>
            <pc:sldMk cId="3486757920" sldId="256"/>
            <ac:cxnSpMk id="100" creationId="{F0B61E6E-544F-58EA-1DAD-5779AEC4A36C}"/>
          </ac:cxnSpMkLst>
        </pc:cxnChg>
        <pc:cxnChg chg="mod">
          <ac:chgData name="Mark Perrem" userId="7f6c7df0-939b-471e-adb8-9d010c10c195" providerId="ADAL" clId="{FB4E5189-D162-412D-A437-FCC28E2C2E07}" dt="2026-01-28T12:43:08.800" v="1672" actId="14100"/>
          <ac:cxnSpMkLst>
            <pc:docMk/>
            <pc:sldMk cId="3486757920" sldId="256"/>
            <ac:cxnSpMk id="103" creationId="{614DB0A5-EC9F-B23E-72EC-7C327C6D40B7}"/>
          </ac:cxnSpMkLst>
        </pc:cxnChg>
        <pc:cxnChg chg="mod">
          <ac:chgData name="Mark Perrem" userId="7f6c7df0-939b-471e-adb8-9d010c10c195" providerId="ADAL" clId="{FB4E5189-D162-412D-A437-FCC28E2C2E07}" dt="2026-01-28T12:43:12.229" v="1673" actId="14100"/>
          <ac:cxnSpMkLst>
            <pc:docMk/>
            <pc:sldMk cId="3486757920" sldId="256"/>
            <ac:cxnSpMk id="106" creationId="{85A693C8-402B-A34A-9F1A-2DA808EC10AA}"/>
          </ac:cxnSpMkLst>
        </pc:cxnChg>
      </pc:sldChg>
      <pc:sldChg chg="addSp delSp modSp add mod">
        <pc:chgData name="Mark Perrem" userId="7f6c7df0-939b-471e-adb8-9d010c10c195" providerId="ADAL" clId="{FB4E5189-D162-412D-A437-FCC28E2C2E07}" dt="2026-01-28T13:31:00.201" v="2217" actId="1076"/>
        <pc:sldMkLst>
          <pc:docMk/>
          <pc:sldMk cId="1317078965" sldId="260"/>
        </pc:sldMkLst>
        <pc:spChg chg="add mod">
          <ac:chgData name="Mark Perrem" userId="7f6c7df0-939b-471e-adb8-9d010c10c195" providerId="ADAL" clId="{FB4E5189-D162-412D-A437-FCC28E2C2E07}" dt="2026-01-28T13:24:15.087" v="1806" actId="14100"/>
          <ac:spMkLst>
            <pc:docMk/>
            <pc:sldMk cId="1317078965" sldId="260"/>
            <ac:spMk id="3" creationId="{F760CD4F-A7C5-E2AD-A746-0824829031AD}"/>
          </ac:spMkLst>
        </pc:spChg>
        <pc:spChg chg="mod">
          <ac:chgData name="Mark Perrem" userId="7f6c7df0-939b-471e-adb8-9d010c10c195" providerId="ADAL" clId="{FB4E5189-D162-412D-A437-FCC28E2C2E07}" dt="2026-01-28T13:21:45.199" v="1716" actId="20577"/>
          <ac:spMkLst>
            <pc:docMk/>
            <pc:sldMk cId="1317078965" sldId="260"/>
            <ac:spMk id="4" creationId="{C6DC4E5A-390E-B899-B82E-43D9EC631955}"/>
          </ac:spMkLst>
        </pc:spChg>
        <pc:spChg chg="mod">
          <ac:chgData name="Mark Perrem" userId="7f6c7df0-939b-471e-adb8-9d010c10c195" providerId="ADAL" clId="{FB4E5189-D162-412D-A437-FCC28E2C2E07}" dt="2026-01-28T13:24:05.407" v="1803" actId="14100"/>
          <ac:spMkLst>
            <pc:docMk/>
            <pc:sldMk cId="1317078965" sldId="260"/>
            <ac:spMk id="5" creationId="{AA9783CD-2212-F4B8-C3A5-A8AF2D45C53A}"/>
          </ac:spMkLst>
        </pc:spChg>
        <pc:spChg chg="del">
          <ac:chgData name="Mark Perrem" userId="7f6c7df0-939b-471e-adb8-9d010c10c195" providerId="ADAL" clId="{FB4E5189-D162-412D-A437-FCC28E2C2E07}" dt="2026-01-28T13:22:45.202" v="1758" actId="478"/>
          <ac:spMkLst>
            <pc:docMk/>
            <pc:sldMk cId="1317078965" sldId="260"/>
            <ac:spMk id="6" creationId="{8DA29FCF-E14D-10BB-F561-B4E328077B4D}"/>
          </ac:spMkLst>
        </pc:spChg>
        <pc:spChg chg="add del mod">
          <ac:chgData name="Mark Perrem" userId="7f6c7df0-939b-471e-adb8-9d010c10c195" providerId="ADAL" clId="{FB4E5189-D162-412D-A437-FCC28E2C2E07}" dt="2026-01-28T13:24:16.619" v="1807" actId="478"/>
          <ac:spMkLst>
            <pc:docMk/>
            <pc:sldMk cId="1317078965" sldId="260"/>
            <ac:spMk id="7" creationId="{13B4EE6C-CAAA-3959-2F41-80A98C05A451}"/>
          </ac:spMkLst>
        </pc:spChg>
        <pc:spChg chg="del">
          <ac:chgData name="Mark Perrem" userId="7f6c7df0-939b-471e-adb8-9d010c10c195" providerId="ADAL" clId="{FB4E5189-D162-412D-A437-FCC28E2C2E07}" dt="2026-01-28T13:22:46.317" v="1759" actId="478"/>
          <ac:spMkLst>
            <pc:docMk/>
            <pc:sldMk cId="1317078965" sldId="260"/>
            <ac:spMk id="8" creationId="{890B5986-6526-CA21-1CD5-3C73F7ACBEE8}"/>
          </ac:spMkLst>
        </pc:spChg>
        <pc:spChg chg="add mod">
          <ac:chgData name="Mark Perrem" userId="7f6c7df0-939b-471e-adb8-9d010c10c195" providerId="ADAL" clId="{FB4E5189-D162-412D-A437-FCC28E2C2E07}" dt="2026-01-28T13:23:27.651" v="1787" actId="1076"/>
          <ac:spMkLst>
            <pc:docMk/>
            <pc:sldMk cId="1317078965" sldId="260"/>
            <ac:spMk id="9" creationId="{381CB896-5C59-0D85-D1C2-D48689BB2BE5}"/>
          </ac:spMkLst>
        </pc:spChg>
        <pc:spChg chg="add mod">
          <ac:chgData name="Mark Perrem" userId="7f6c7df0-939b-471e-adb8-9d010c10c195" providerId="ADAL" clId="{FB4E5189-D162-412D-A437-FCC28E2C2E07}" dt="2026-01-28T13:23:31.628" v="1788" actId="1076"/>
          <ac:spMkLst>
            <pc:docMk/>
            <pc:sldMk cId="1317078965" sldId="260"/>
            <ac:spMk id="10" creationId="{D2AA7792-78FF-3167-DB2E-274C1E9BB6B1}"/>
          </ac:spMkLst>
        </pc:spChg>
        <pc:spChg chg="add mod">
          <ac:chgData name="Mark Perrem" userId="7f6c7df0-939b-471e-adb8-9d010c10c195" providerId="ADAL" clId="{FB4E5189-D162-412D-A437-FCC28E2C2E07}" dt="2026-01-28T13:23:36.196" v="1790" actId="1076"/>
          <ac:spMkLst>
            <pc:docMk/>
            <pc:sldMk cId="1317078965" sldId="260"/>
            <ac:spMk id="11" creationId="{AEE630A6-9B55-B198-1183-F638221FB190}"/>
          </ac:spMkLst>
        </pc:spChg>
        <pc:spChg chg="add mod">
          <ac:chgData name="Mark Perrem" userId="7f6c7df0-939b-471e-adb8-9d010c10c195" providerId="ADAL" clId="{FB4E5189-D162-412D-A437-FCC28E2C2E07}" dt="2026-01-28T13:23:40.460" v="1792" actId="1076"/>
          <ac:spMkLst>
            <pc:docMk/>
            <pc:sldMk cId="1317078965" sldId="260"/>
            <ac:spMk id="12" creationId="{FF451614-1E9D-87DA-C801-64C03AD05E65}"/>
          </ac:spMkLst>
        </pc:spChg>
        <pc:spChg chg="add mod">
          <ac:chgData name="Mark Perrem" userId="7f6c7df0-939b-471e-adb8-9d010c10c195" providerId="ADAL" clId="{FB4E5189-D162-412D-A437-FCC28E2C2E07}" dt="2026-01-28T13:23:44.615" v="1794" actId="1076"/>
          <ac:spMkLst>
            <pc:docMk/>
            <pc:sldMk cId="1317078965" sldId="260"/>
            <ac:spMk id="13" creationId="{7887D4D7-9ABF-0FA6-A6B6-904D45393838}"/>
          </ac:spMkLst>
        </pc:spChg>
        <pc:spChg chg="add mod">
          <ac:chgData name="Mark Perrem" userId="7f6c7df0-939b-471e-adb8-9d010c10c195" providerId="ADAL" clId="{FB4E5189-D162-412D-A437-FCC28E2C2E07}" dt="2026-01-28T13:29:18.833" v="2004" actId="1036"/>
          <ac:spMkLst>
            <pc:docMk/>
            <pc:sldMk cId="1317078965" sldId="260"/>
            <ac:spMk id="14" creationId="{0834AC89-4E6D-B7AE-6DE8-122B9378FEDB}"/>
          </ac:spMkLst>
        </pc:spChg>
        <pc:spChg chg="add mod">
          <ac:chgData name="Mark Perrem" userId="7f6c7df0-939b-471e-adb8-9d010c10c195" providerId="ADAL" clId="{FB4E5189-D162-412D-A437-FCC28E2C2E07}" dt="2026-01-28T13:29:18.833" v="2004" actId="1036"/>
          <ac:spMkLst>
            <pc:docMk/>
            <pc:sldMk cId="1317078965" sldId="260"/>
            <ac:spMk id="18" creationId="{A79AC241-6905-BB60-E4B2-18DBBADC6242}"/>
          </ac:spMkLst>
        </pc:spChg>
        <pc:spChg chg="add mod">
          <ac:chgData name="Mark Perrem" userId="7f6c7df0-939b-471e-adb8-9d010c10c195" providerId="ADAL" clId="{FB4E5189-D162-412D-A437-FCC28E2C2E07}" dt="2026-01-28T13:29:11.331" v="1992" actId="1036"/>
          <ac:spMkLst>
            <pc:docMk/>
            <pc:sldMk cId="1317078965" sldId="260"/>
            <ac:spMk id="19" creationId="{EA85BF27-64CE-3A3E-7C63-8BE0BEAC7F49}"/>
          </ac:spMkLst>
        </pc:spChg>
        <pc:spChg chg="add mod">
          <ac:chgData name="Mark Perrem" userId="7f6c7df0-939b-471e-adb8-9d010c10c195" providerId="ADAL" clId="{FB4E5189-D162-412D-A437-FCC28E2C2E07}" dt="2026-01-28T13:29:11.331" v="1992" actId="1036"/>
          <ac:spMkLst>
            <pc:docMk/>
            <pc:sldMk cId="1317078965" sldId="260"/>
            <ac:spMk id="20" creationId="{F525557E-E739-0981-98DC-ED0C8489CA51}"/>
          </ac:spMkLst>
        </pc:spChg>
        <pc:spChg chg="add mod">
          <ac:chgData name="Mark Perrem" userId="7f6c7df0-939b-471e-adb8-9d010c10c195" providerId="ADAL" clId="{FB4E5189-D162-412D-A437-FCC28E2C2E07}" dt="2026-01-28T13:26:32.497" v="1840" actId="1076"/>
          <ac:spMkLst>
            <pc:docMk/>
            <pc:sldMk cId="1317078965" sldId="260"/>
            <ac:spMk id="21" creationId="{2DBC7219-04F5-7CBF-7CF5-A7CAEDCF0550}"/>
          </ac:spMkLst>
        </pc:spChg>
        <pc:spChg chg="add mod">
          <ac:chgData name="Mark Perrem" userId="7f6c7df0-939b-471e-adb8-9d010c10c195" providerId="ADAL" clId="{FB4E5189-D162-412D-A437-FCC28E2C2E07}" dt="2026-01-28T13:27:16.047" v="1895" actId="1076"/>
          <ac:spMkLst>
            <pc:docMk/>
            <pc:sldMk cId="1317078965" sldId="260"/>
            <ac:spMk id="22" creationId="{98688368-83F1-30E6-CD68-92F6B54848FD}"/>
          </ac:spMkLst>
        </pc:spChg>
        <pc:spChg chg="add mod">
          <ac:chgData name="Mark Perrem" userId="7f6c7df0-939b-471e-adb8-9d010c10c195" providerId="ADAL" clId="{FB4E5189-D162-412D-A437-FCC28E2C2E07}" dt="2026-01-28T13:24:46.900" v="1819" actId="20577"/>
          <ac:spMkLst>
            <pc:docMk/>
            <pc:sldMk cId="1317078965" sldId="260"/>
            <ac:spMk id="23" creationId="{E24C32E1-73FE-2E9D-2266-6F8B9072F8BD}"/>
          </ac:spMkLst>
        </pc:spChg>
        <pc:spChg chg="add mod">
          <ac:chgData name="Mark Perrem" userId="7f6c7df0-939b-471e-adb8-9d010c10c195" providerId="ADAL" clId="{FB4E5189-D162-412D-A437-FCC28E2C2E07}" dt="2026-01-28T13:24:53.862" v="1822" actId="20577"/>
          <ac:spMkLst>
            <pc:docMk/>
            <pc:sldMk cId="1317078965" sldId="260"/>
            <ac:spMk id="24" creationId="{6DC1AE7A-2C62-83FB-820E-F64DD6CE26AE}"/>
          </ac:spMkLst>
        </pc:spChg>
        <pc:spChg chg="add del mod">
          <ac:chgData name="Mark Perrem" userId="7f6c7df0-939b-471e-adb8-9d010c10c195" providerId="ADAL" clId="{FB4E5189-D162-412D-A437-FCC28E2C2E07}" dt="2026-01-28T13:26:49.063" v="1843" actId="478"/>
          <ac:spMkLst>
            <pc:docMk/>
            <pc:sldMk cId="1317078965" sldId="260"/>
            <ac:spMk id="44" creationId="{71CDDDC4-3669-9693-5E8A-2C6AA4CBF48E}"/>
          </ac:spMkLst>
        </pc:spChg>
        <pc:spChg chg="add mod">
          <ac:chgData name="Mark Perrem" userId="7f6c7df0-939b-471e-adb8-9d010c10c195" providerId="ADAL" clId="{FB4E5189-D162-412D-A437-FCC28E2C2E07}" dt="2026-01-28T13:27:13.126" v="1894" actId="1076"/>
          <ac:spMkLst>
            <pc:docMk/>
            <pc:sldMk cId="1317078965" sldId="260"/>
            <ac:spMk id="45" creationId="{5ABD8EC7-E48B-5AE0-86B5-195E4E4A5D3D}"/>
          </ac:spMkLst>
        </pc:spChg>
        <pc:spChg chg="add mod">
          <ac:chgData name="Mark Perrem" userId="7f6c7df0-939b-471e-adb8-9d010c10c195" providerId="ADAL" clId="{FB4E5189-D162-412D-A437-FCC28E2C2E07}" dt="2026-01-28T13:27:06.838" v="1892" actId="1038"/>
          <ac:spMkLst>
            <pc:docMk/>
            <pc:sldMk cId="1317078965" sldId="260"/>
            <ac:spMk id="46" creationId="{B0344BFD-E2FA-3AE7-AAFE-0ACD7CE5780E}"/>
          </ac:spMkLst>
        </pc:spChg>
        <pc:spChg chg="add mod">
          <ac:chgData name="Mark Perrem" userId="7f6c7df0-939b-471e-adb8-9d010c10c195" providerId="ADAL" clId="{FB4E5189-D162-412D-A437-FCC28E2C2E07}" dt="2026-01-28T13:29:27.921" v="2034" actId="1035"/>
          <ac:spMkLst>
            <pc:docMk/>
            <pc:sldMk cId="1317078965" sldId="260"/>
            <ac:spMk id="64" creationId="{48FB1198-83EF-CF99-11C3-549048C87E71}"/>
          </ac:spMkLst>
        </pc:spChg>
        <pc:spChg chg="add mod">
          <ac:chgData name="Mark Perrem" userId="7f6c7df0-939b-471e-adb8-9d010c10c195" providerId="ADAL" clId="{FB4E5189-D162-412D-A437-FCC28E2C2E07}" dt="2026-01-28T13:28:08.226" v="1951" actId="1037"/>
          <ac:spMkLst>
            <pc:docMk/>
            <pc:sldMk cId="1317078965" sldId="260"/>
            <ac:spMk id="65" creationId="{04C635F0-70D0-2811-F2B0-14871487F692}"/>
          </ac:spMkLst>
        </pc:spChg>
        <pc:spChg chg="del">
          <ac:chgData name="Mark Perrem" userId="7f6c7df0-939b-471e-adb8-9d010c10c195" providerId="ADAL" clId="{FB4E5189-D162-412D-A437-FCC28E2C2E07}" dt="2026-01-28T13:22:47.242" v="1760" actId="478"/>
          <ac:spMkLst>
            <pc:docMk/>
            <pc:sldMk cId="1317078965" sldId="260"/>
            <ac:spMk id="77" creationId="{35AFAFF8-AE02-824B-1239-769C9FD43238}"/>
          </ac:spMkLst>
        </pc:spChg>
        <pc:spChg chg="add mod">
          <ac:chgData name="Mark Perrem" userId="7f6c7df0-939b-471e-adb8-9d010c10c195" providerId="ADAL" clId="{FB4E5189-D162-412D-A437-FCC28E2C2E07}" dt="2026-01-28T13:31:00.201" v="2217" actId="1076"/>
          <ac:spMkLst>
            <pc:docMk/>
            <pc:sldMk cId="1317078965" sldId="260"/>
            <ac:spMk id="85" creationId="{54EE919F-B753-5678-B4C0-64D6061BBE68}"/>
          </ac:spMkLst>
        </pc:spChg>
        <pc:spChg chg="del">
          <ac:chgData name="Mark Perrem" userId="7f6c7df0-939b-471e-adb8-9d010c10c195" providerId="ADAL" clId="{FB4E5189-D162-412D-A437-FCC28E2C2E07}" dt="2026-01-28T13:22:52.127" v="1762" actId="478"/>
          <ac:spMkLst>
            <pc:docMk/>
            <pc:sldMk cId="1317078965" sldId="260"/>
            <ac:spMk id="94" creationId="{4F89D66A-A33E-B0C7-8A56-3CC57F3F509E}"/>
          </ac:spMkLst>
        </pc:spChg>
        <pc:spChg chg="mod">
          <ac:chgData name="Mark Perrem" userId="7f6c7df0-939b-471e-adb8-9d010c10c195" providerId="ADAL" clId="{FB4E5189-D162-412D-A437-FCC28E2C2E07}" dt="2026-01-28T13:29:06.468" v="1972" actId="1076"/>
          <ac:spMkLst>
            <pc:docMk/>
            <pc:sldMk cId="1317078965" sldId="260"/>
            <ac:spMk id="109" creationId="{E3E1C275-93EA-9968-C748-CEAD95F14549}"/>
          </ac:spMkLst>
        </pc:spChg>
        <pc:grpChg chg="del">
          <ac:chgData name="Mark Perrem" userId="7f6c7df0-939b-471e-adb8-9d010c10c195" providerId="ADAL" clId="{FB4E5189-D162-412D-A437-FCC28E2C2E07}" dt="2026-01-28T13:21:56.561" v="1718" actId="478"/>
          <ac:grpSpMkLst>
            <pc:docMk/>
            <pc:sldMk cId="1317078965" sldId="260"/>
            <ac:grpSpMk id="28" creationId="{4681B901-111B-17F2-1594-9D166A0EAB73}"/>
          </ac:grpSpMkLst>
        </pc:grpChg>
        <pc:cxnChg chg="add mod">
          <ac:chgData name="Mark Perrem" userId="7f6c7df0-939b-471e-adb8-9d010c10c195" providerId="ADAL" clId="{FB4E5189-D162-412D-A437-FCC28E2C2E07}" dt="2026-01-28T13:25:12.567" v="1827" actId="14100"/>
          <ac:cxnSpMkLst>
            <pc:docMk/>
            <pc:sldMk cId="1317078965" sldId="260"/>
            <ac:cxnSpMk id="27" creationId="{7378E19B-6FA6-EFB6-E9F6-AD891E0DF47E}"/>
          </ac:cxnSpMkLst>
        </pc:cxnChg>
        <pc:cxnChg chg="add mod">
          <ac:chgData name="Mark Perrem" userId="7f6c7df0-939b-471e-adb8-9d010c10c195" providerId="ADAL" clId="{FB4E5189-D162-412D-A437-FCC28E2C2E07}" dt="2026-01-28T13:26:32.497" v="1840" actId="1076"/>
          <ac:cxnSpMkLst>
            <pc:docMk/>
            <pc:sldMk cId="1317078965" sldId="260"/>
            <ac:cxnSpMk id="31" creationId="{807DA19A-653C-67F0-5A3A-5EAF95F2A5A5}"/>
          </ac:cxnSpMkLst>
        </pc:cxnChg>
        <pc:cxnChg chg="add mod">
          <ac:chgData name="Mark Perrem" userId="7f6c7df0-939b-471e-adb8-9d010c10c195" providerId="ADAL" clId="{FB4E5189-D162-412D-A437-FCC28E2C2E07}" dt="2026-01-28T13:25:33.976" v="1833" actId="14100"/>
          <ac:cxnSpMkLst>
            <pc:docMk/>
            <pc:sldMk cId="1317078965" sldId="260"/>
            <ac:cxnSpMk id="34" creationId="{2AF85685-B772-9B35-E1F2-92A0C85969E8}"/>
          </ac:cxnSpMkLst>
        </pc:cxnChg>
        <pc:cxnChg chg="add mod">
          <ac:chgData name="Mark Perrem" userId="7f6c7df0-939b-471e-adb8-9d010c10c195" providerId="ADAL" clId="{FB4E5189-D162-412D-A437-FCC28E2C2E07}" dt="2026-01-28T13:25:52.500" v="1836" actId="14100"/>
          <ac:cxnSpMkLst>
            <pc:docMk/>
            <pc:sldMk cId="1317078965" sldId="260"/>
            <ac:cxnSpMk id="37" creationId="{FF1C86EB-2618-D349-ACC2-03CB84DE6BCB}"/>
          </ac:cxnSpMkLst>
        </pc:cxnChg>
        <pc:cxnChg chg="add del mod">
          <ac:chgData name="Mark Perrem" userId="7f6c7df0-939b-471e-adb8-9d010c10c195" providerId="ADAL" clId="{FB4E5189-D162-412D-A437-FCC28E2C2E07}" dt="2026-01-28T13:26:53.980" v="1844" actId="478"/>
          <ac:cxnSpMkLst>
            <pc:docMk/>
            <pc:sldMk cId="1317078965" sldId="260"/>
            <ac:cxnSpMk id="40" creationId="{1549CE0E-FC40-726A-BBBD-5858CF4E0EB2}"/>
          </ac:cxnSpMkLst>
        </pc:cxnChg>
        <pc:cxnChg chg="add mod">
          <ac:chgData name="Mark Perrem" userId="7f6c7df0-939b-471e-adb8-9d010c10c195" providerId="ADAL" clId="{FB4E5189-D162-412D-A437-FCC28E2C2E07}" dt="2026-01-28T13:27:25.268" v="1898" actId="14100"/>
          <ac:cxnSpMkLst>
            <pc:docMk/>
            <pc:sldMk cId="1317078965" sldId="260"/>
            <ac:cxnSpMk id="47" creationId="{A5CF9E84-6FAB-101A-6DB0-4F4C7F81F0B1}"/>
          </ac:cxnSpMkLst>
        </pc:cxnChg>
        <pc:cxnChg chg="add mod">
          <ac:chgData name="Mark Perrem" userId="7f6c7df0-939b-471e-adb8-9d010c10c195" providerId="ADAL" clId="{FB4E5189-D162-412D-A437-FCC28E2C2E07}" dt="2026-01-28T13:27:31.498" v="1901" actId="14100"/>
          <ac:cxnSpMkLst>
            <pc:docMk/>
            <pc:sldMk cId="1317078965" sldId="260"/>
            <ac:cxnSpMk id="50" creationId="{3EA1595B-E846-2DF8-D55E-455EA4B22853}"/>
          </ac:cxnSpMkLst>
        </pc:cxnChg>
        <pc:cxnChg chg="del mod">
          <ac:chgData name="Mark Perrem" userId="7f6c7df0-939b-471e-adb8-9d010c10c195" providerId="ADAL" clId="{FB4E5189-D162-412D-A437-FCC28E2C2E07}" dt="2026-01-28T13:21:59.103" v="1719" actId="478"/>
          <ac:cxnSpMkLst>
            <pc:docMk/>
            <pc:sldMk cId="1317078965" sldId="260"/>
            <ac:cxnSpMk id="51" creationId="{6B105C7D-9AD5-21C5-C47B-5D5FB4BBA225}"/>
          </ac:cxnSpMkLst>
        </pc:cxnChg>
        <pc:cxnChg chg="del mod">
          <ac:chgData name="Mark Perrem" userId="7f6c7df0-939b-471e-adb8-9d010c10c195" providerId="ADAL" clId="{FB4E5189-D162-412D-A437-FCC28E2C2E07}" dt="2026-01-28T13:22:53.467" v="1764" actId="478"/>
          <ac:cxnSpMkLst>
            <pc:docMk/>
            <pc:sldMk cId="1317078965" sldId="260"/>
            <ac:cxnSpMk id="52" creationId="{156D2356-0C62-D6E2-607A-4B39E7EF4E1A}"/>
          </ac:cxnSpMkLst>
        </pc:cxnChg>
        <pc:cxnChg chg="add mod">
          <ac:chgData name="Mark Perrem" userId="7f6c7df0-939b-471e-adb8-9d010c10c195" providerId="ADAL" clId="{FB4E5189-D162-412D-A437-FCC28E2C2E07}" dt="2026-01-28T13:27:39.993" v="1904" actId="14100"/>
          <ac:cxnSpMkLst>
            <pc:docMk/>
            <pc:sldMk cId="1317078965" sldId="260"/>
            <ac:cxnSpMk id="55" creationId="{56328273-353E-EB0B-59B4-A0E7285FAACC}"/>
          </ac:cxnSpMkLst>
        </pc:cxnChg>
        <pc:cxnChg chg="add mod">
          <ac:chgData name="Mark Perrem" userId="7f6c7df0-939b-471e-adb8-9d010c10c195" providerId="ADAL" clId="{FB4E5189-D162-412D-A437-FCC28E2C2E07}" dt="2026-01-28T13:27:46.627" v="1907" actId="14100"/>
          <ac:cxnSpMkLst>
            <pc:docMk/>
            <pc:sldMk cId="1317078965" sldId="260"/>
            <ac:cxnSpMk id="58" creationId="{F21D2E5E-75BA-2802-4DE9-F1217C7F6113}"/>
          </ac:cxnSpMkLst>
        </pc:cxnChg>
        <pc:cxnChg chg="add mod">
          <ac:chgData name="Mark Perrem" userId="7f6c7df0-939b-471e-adb8-9d010c10c195" providerId="ADAL" clId="{FB4E5189-D162-412D-A437-FCC28E2C2E07}" dt="2026-01-28T13:29:47.236" v="2037" actId="14100"/>
          <ac:cxnSpMkLst>
            <pc:docMk/>
            <pc:sldMk cId="1317078965" sldId="260"/>
            <ac:cxnSpMk id="61" creationId="{5F503A88-AF03-1185-296D-DA9736BAD1F4}"/>
          </ac:cxnSpMkLst>
        </pc:cxnChg>
        <pc:cxnChg chg="add mod">
          <ac:chgData name="Mark Perrem" userId="7f6c7df0-939b-471e-adb8-9d010c10c195" providerId="ADAL" clId="{FB4E5189-D162-412D-A437-FCC28E2C2E07}" dt="2026-01-28T13:29:18.833" v="2004" actId="1036"/>
          <ac:cxnSpMkLst>
            <pc:docMk/>
            <pc:sldMk cId="1317078965" sldId="260"/>
            <ac:cxnSpMk id="66" creationId="{DFFD618B-BC76-7D24-2D53-9CB954E5D50D}"/>
          </ac:cxnSpMkLst>
        </pc:cxnChg>
        <pc:cxnChg chg="add mod">
          <ac:chgData name="Mark Perrem" userId="7f6c7df0-939b-471e-adb8-9d010c10c195" providerId="ADAL" clId="{FB4E5189-D162-412D-A437-FCC28E2C2E07}" dt="2026-01-28T13:29:18.833" v="2004" actId="1036"/>
          <ac:cxnSpMkLst>
            <pc:docMk/>
            <pc:sldMk cId="1317078965" sldId="260"/>
            <ac:cxnSpMk id="69" creationId="{82B420E5-E0A1-E693-C6C1-9087D81EB239}"/>
          </ac:cxnSpMkLst>
        </pc:cxnChg>
        <pc:cxnChg chg="add del mod">
          <ac:chgData name="Mark Perrem" userId="7f6c7df0-939b-471e-adb8-9d010c10c195" providerId="ADAL" clId="{FB4E5189-D162-412D-A437-FCC28E2C2E07}" dt="2026-01-28T13:29:02.248" v="1970" actId="478"/>
          <ac:cxnSpMkLst>
            <pc:docMk/>
            <pc:sldMk cId="1317078965" sldId="260"/>
            <ac:cxnSpMk id="72" creationId="{9D673801-557F-C7DC-7381-06891A71824A}"/>
          </ac:cxnSpMkLst>
        </pc:cxnChg>
        <pc:cxnChg chg="add mod">
          <ac:chgData name="Mark Perrem" userId="7f6c7df0-939b-471e-adb8-9d010c10c195" providerId="ADAL" clId="{FB4E5189-D162-412D-A437-FCC28E2C2E07}" dt="2026-01-28T13:29:18.833" v="2004" actId="1036"/>
          <ac:cxnSpMkLst>
            <pc:docMk/>
            <pc:sldMk cId="1317078965" sldId="260"/>
            <ac:cxnSpMk id="75" creationId="{D3CAF32B-0BC0-DE2D-F929-2B9A625753BC}"/>
          </ac:cxnSpMkLst>
        </pc:cxnChg>
        <pc:cxnChg chg="add mod">
          <ac:chgData name="Mark Perrem" userId="7f6c7df0-939b-471e-adb8-9d010c10c195" providerId="ADAL" clId="{FB4E5189-D162-412D-A437-FCC28E2C2E07}" dt="2026-01-28T13:29:34.262" v="2035" actId="14100"/>
          <ac:cxnSpMkLst>
            <pc:docMk/>
            <pc:sldMk cId="1317078965" sldId="260"/>
            <ac:cxnSpMk id="79" creationId="{C3A5CC0F-87C5-7898-4440-3426AB9CFDE9}"/>
          </ac:cxnSpMkLst>
        </pc:cxnChg>
        <pc:cxnChg chg="mod">
          <ac:chgData name="Mark Perrem" userId="7f6c7df0-939b-471e-adb8-9d010c10c195" providerId="ADAL" clId="{FB4E5189-D162-412D-A437-FCC28E2C2E07}" dt="2026-01-28T13:25:03.247" v="1824" actId="14100"/>
          <ac:cxnSpMkLst>
            <pc:docMk/>
            <pc:sldMk cId="1317078965" sldId="260"/>
            <ac:cxnSpMk id="97" creationId="{FF82ABF8-7D38-04A4-74A4-6875D5A2CC91}"/>
          </ac:cxnSpMkLst>
        </pc:cxnChg>
        <pc:cxnChg chg="del mod">
          <ac:chgData name="Mark Perrem" userId="7f6c7df0-939b-471e-adb8-9d010c10c195" providerId="ADAL" clId="{FB4E5189-D162-412D-A437-FCC28E2C2E07}" dt="2026-01-28T13:22:54.216" v="1765" actId="478"/>
          <ac:cxnSpMkLst>
            <pc:docMk/>
            <pc:sldMk cId="1317078965" sldId="260"/>
            <ac:cxnSpMk id="100" creationId="{F12B26BC-C2A0-7A1B-5931-840168DB6A52}"/>
          </ac:cxnSpMkLst>
        </pc:cxnChg>
        <pc:cxnChg chg="del mod">
          <ac:chgData name="Mark Perrem" userId="7f6c7df0-939b-471e-adb8-9d010c10c195" providerId="ADAL" clId="{FB4E5189-D162-412D-A437-FCC28E2C2E07}" dt="2026-01-28T13:22:52.861" v="1763" actId="478"/>
          <ac:cxnSpMkLst>
            <pc:docMk/>
            <pc:sldMk cId="1317078965" sldId="260"/>
            <ac:cxnSpMk id="106" creationId="{9736A4B4-70B5-8785-B501-B7F909D2D06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F2817-CD4E-CD7A-DB88-2C6E8C566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63794-F0FC-72CE-0814-584DDA71D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4358F-7ED0-3A91-F895-52FCD4EEA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9A70-BF48-48C3-B0DA-C0FFA14E11C8}" type="datetimeFigureOut">
              <a:rPr lang="en-IE" smtClean="0"/>
              <a:t>28/01/2026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8722E-532F-3DF2-D367-3062352F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D1EE3-96B8-2736-A8FC-31000F8D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3105-F7A1-4035-8C80-00F2ABE829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5015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47B62-6F40-5820-AA6C-ADA97ABB5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A916F-F9A7-B26A-E087-D9EDCB022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A7186-C038-BFCD-4EE1-D80315A08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9A70-BF48-48C3-B0DA-C0FFA14E11C8}" type="datetimeFigureOut">
              <a:rPr lang="en-IE" smtClean="0"/>
              <a:t>28/01/2026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A3EC5-F5E3-A3C4-DA32-F485D6C5F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4988B-98DC-E365-AF35-5086158DA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3105-F7A1-4035-8C80-00F2ABE829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4255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90D9-EE45-FD47-2D3B-D0B047E87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158C2-2B9E-B44E-653B-B8B27A00B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5BA5B-73B1-C141-CCC1-6BD25C92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9A70-BF48-48C3-B0DA-C0FFA14E11C8}" type="datetimeFigureOut">
              <a:rPr lang="en-IE" smtClean="0"/>
              <a:t>28/01/2026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DD50-FC5F-FBB4-EC16-90D7C2B06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2239A-6A7D-5C6D-B328-2F7E8F44B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3105-F7A1-4035-8C80-00F2ABE829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45046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88F0F-15F7-98B5-214E-BE9222F7C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3EB36-D426-03BE-0B25-6A418FE50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FD981-D79F-C476-1A69-F285907DB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85054-47CA-4AA9-2AC7-776AD8D3D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9A70-BF48-48C3-B0DA-C0FFA14E11C8}" type="datetimeFigureOut">
              <a:rPr lang="en-IE" smtClean="0"/>
              <a:t>28/01/2026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D5475-CCFE-612F-8E7D-006F1F046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E7F2C-9278-E002-46B9-34872DEB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3105-F7A1-4035-8C80-00F2ABE829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334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11A95-7732-47CF-65D1-5005E896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7F516-03DB-7378-6728-9AE68A58B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D1FFC-7AA5-3F96-63C0-F86DF317A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13581-67D0-6881-DC71-E0018497E5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5A75E3-E554-0AB9-A7DE-A62B532EFE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70C24F-524A-8CF2-C584-19406600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9A70-BF48-48C3-B0DA-C0FFA14E11C8}" type="datetimeFigureOut">
              <a:rPr lang="en-IE" smtClean="0"/>
              <a:t>28/01/2026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B4244D-0A12-AF4E-C5BA-86E4E703B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068B8E-BE3F-EC0C-731E-CE269EAFD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3105-F7A1-4035-8C80-00F2ABE829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42015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154E4-C8CD-156A-C4B7-60CBF84A9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598EC9-A62A-487A-3776-C5FF5BBE4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9A70-BF48-48C3-B0DA-C0FFA14E11C8}" type="datetimeFigureOut">
              <a:rPr lang="en-IE" smtClean="0"/>
              <a:t>28/01/2026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2AB43D-0BD2-3499-0FDD-54B844083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A3D93-B7F0-037A-9543-203DFA82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3105-F7A1-4035-8C80-00F2ABE829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35969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5F975-48CB-6628-9BD4-95933A97B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9A70-BF48-48C3-B0DA-C0FFA14E11C8}" type="datetimeFigureOut">
              <a:rPr lang="en-IE" smtClean="0"/>
              <a:t>28/01/2026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24B01-6589-ADAF-B298-8A3440B35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C9136-47E4-CE64-9942-2228021B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3105-F7A1-4035-8C80-00F2ABE829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7322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2A113-C772-18AF-403E-1ABD3C38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9A7B8-553D-8A6D-5C1F-92723E045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5D04D-4FFE-71B5-6A37-B75DBA20F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722BB-54F8-EB2A-1CCD-D1E006D68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9A70-BF48-48C3-B0DA-C0FFA14E11C8}" type="datetimeFigureOut">
              <a:rPr lang="en-IE" smtClean="0"/>
              <a:t>28/01/2026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26E4A-0475-613A-DC32-988EC2845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FB883-3767-98A5-1AF5-A5CEC3B35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3105-F7A1-4035-8C80-00F2ABE829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21283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E3291-121F-2D1B-8B67-A481B7BE2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101DC3-03E7-FB1E-2644-E0AE94843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D83B9-8062-A1DB-16E6-0A3DCAD76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0CB57-86B6-B606-414B-4E2B0FD90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9A70-BF48-48C3-B0DA-C0FFA14E11C8}" type="datetimeFigureOut">
              <a:rPr lang="en-IE" smtClean="0"/>
              <a:t>28/01/2026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2E764-5574-1F82-E564-B00B1B5F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54563-638F-DFD5-263C-52B20AAB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3105-F7A1-4035-8C80-00F2ABE829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4322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A50AB-E4BC-D9B3-17BC-A667A0EA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E7198-19E5-0831-0DAB-6C865D83B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E98A6-E4A9-604A-E727-3A9CEB695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9A70-BF48-48C3-B0DA-C0FFA14E11C8}" type="datetimeFigureOut">
              <a:rPr lang="en-IE" smtClean="0"/>
              <a:t>28/01/2026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1DF56-FE5F-C268-6F9E-6F5D0FA0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7BB6C-2411-9B34-CCAC-AD501DC9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3105-F7A1-4035-8C80-00F2ABE829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27977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7D8EFE-AC6D-ADEC-D381-16141B477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22C70-D4F6-4101-AEA7-C32E34EA7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63C40-6EAD-CAD1-BCF9-2EA23717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9A70-BF48-48C3-B0DA-C0FFA14E11C8}" type="datetimeFigureOut">
              <a:rPr lang="en-IE" smtClean="0"/>
              <a:t>28/01/2026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4812B-D65F-2C43-DFD3-61C220E54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8308E-C8A3-A525-F0EC-F57D482D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3105-F7A1-4035-8C80-00F2ABE829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5206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A9B8CE-BB44-65C5-993C-8D623B375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C34E3-CE8F-711A-6EC9-72C749251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4E5BD-ACB6-2721-4286-9144DC08F6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69A70-BF48-48C3-B0DA-C0FFA14E11C8}" type="datetimeFigureOut">
              <a:rPr lang="en-IE" smtClean="0"/>
              <a:t>28/01/2026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2FFD4-C73D-02E1-4B10-C1A870D7B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14150-1CF4-E542-0CA9-F58529F99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F3105-F7A1-4035-8C80-00F2ABE8291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5414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B2D93D-09BA-8AD2-B931-89CB13356F23}"/>
              </a:ext>
            </a:extLst>
          </p:cNvPr>
          <p:cNvSpPr txBox="1"/>
          <p:nvPr/>
        </p:nvSpPr>
        <p:spPr>
          <a:xfrm>
            <a:off x="3398039" y="25837"/>
            <a:ext cx="248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u="sng" dirty="0"/>
              <a:t>Site-Related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8AB902-5D08-EE90-0C5A-F81961F8E647}"/>
              </a:ext>
            </a:extLst>
          </p:cNvPr>
          <p:cNvSpPr/>
          <p:nvPr/>
        </p:nvSpPr>
        <p:spPr>
          <a:xfrm>
            <a:off x="348705" y="791160"/>
            <a:ext cx="1837944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Site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242C5C-F76A-8ADC-1421-90969E7251A0}"/>
              </a:ext>
            </a:extLst>
          </p:cNvPr>
          <p:cNvGrpSpPr/>
          <p:nvPr/>
        </p:nvGrpSpPr>
        <p:grpSpPr>
          <a:xfrm>
            <a:off x="9644601" y="3261607"/>
            <a:ext cx="2142744" cy="1136904"/>
            <a:chOff x="8689848" y="324612"/>
            <a:chExt cx="2142744" cy="113690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82AC918-FC5E-16A5-73FF-FB3422670EBD}"/>
                </a:ext>
              </a:extLst>
            </p:cNvPr>
            <p:cNvSpPr/>
            <p:nvPr/>
          </p:nvSpPr>
          <p:spPr>
            <a:xfrm>
              <a:off x="8689848" y="32461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Planning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F76A0F6-9B40-0950-C015-DB1DDACCE937}"/>
                </a:ext>
              </a:extLst>
            </p:cNvPr>
            <p:cNvSpPr/>
            <p:nvPr/>
          </p:nvSpPr>
          <p:spPr>
            <a:xfrm>
              <a:off x="8842248" y="47701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Planning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D7412A-B19E-BA86-2542-B55F5E371566}"/>
                </a:ext>
              </a:extLst>
            </p:cNvPr>
            <p:cNvSpPr/>
            <p:nvPr/>
          </p:nvSpPr>
          <p:spPr>
            <a:xfrm>
              <a:off x="8994648" y="62941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Capacity Reviews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D87ED12-A1E8-FEA2-EC8D-25386A18B2B7}"/>
              </a:ext>
            </a:extLst>
          </p:cNvPr>
          <p:cNvGrpSpPr/>
          <p:nvPr/>
        </p:nvGrpSpPr>
        <p:grpSpPr>
          <a:xfrm>
            <a:off x="452061" y="3813532"/>
            <a:ext cx="1904238" cy="1022698"/>
            <a:chOff x="763525" y="3012947"/>
            <a:chExt cx="2142743" cy="113690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4025973-0E3B-6D7C-FB38-A52D56FF14F1}"/>
                </a:ext>
              </a:extLst>
            </p:cNvPr>
            <p:cNvSpPr/>
            <p:nvPr/>
          </p:nvSpPr>
          <p:spPr>
            <a:xfrm>
              <a:off x="763525" y="3012947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Power Supply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87B12D1-D6F7-D592-B84F-A8540C50A722}"/>
                </a:ext>
              </a:extLst>
            </p:cNvPr>
            <p:cNvSpPr/>
            <p:nvPr/>
          </p:nvSpPr>
          <p:spPr>
            <a:xfrm>
              <a:off x="915925" y="3165348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Power Supply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7FD5757-CDF2-4DBA-3DAA-584CBB5B11B9}"/>
                </a:ext>
              </a:extLst>
            </p:cNvPr>
            <p:cNvSpPr/>
            <p:nvPr/>
          </p:nvSpPr>
          <p:spPr>
            <a:xfrm>
              <a:off x="1068324" y="3317748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Power Supplies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81BD0798-B427-B0FE-9375-9C66A2A48722}"/>
              </a:ext>
            </a:extLst>
          </p:cNvPr>
          <p:cNvSpPr/>
          <p:nvPr/>
        </p:nvSpPr>
        <p:spPr>
          <a:xfrm>
            <a:off x="3747551" y="5174698"/>
            <a:ext cx="1671568" cy="650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Land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6041B06-DB5B-A9FD-7B43-71DF0E82DA3F}"/>
              </a:ext>
            </a:extLst>
          </p:cNvPr>
          <p:cNvSpPr/>
          <p:nvPr/>
        </p:nvSpPr>
        <p:spPr>
          <a:xfrm>
            <a:off x="3736670" y="5982031"/>
            <a:ext cx="1671568" cy="650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ROW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274809B8-20F0-8EC0-6B21-43491B720BDF}"/>
              </a:ext>
            </a:extLst>
          </p:cNvPr>
          <p:cNvCxnSpPr>
            <a:cxnSpLocks/>
            <a:stCxn id="5" idx="3"/>
            <a:endCxn id="94" idx="2"/>
          </p:cNvCxnSpPr>
          <p:nvPr/>
        </p:nvCxnSpPr>
        <p:spPr>
          <a:xfrm>
            <a:off x="2186649" y="1207212"/>
            <a:ext cx="971046" cy="58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3983DE27-5427-6470-6FCC-E089774A792D}"/>
              </a:ext>
            </a:extLst>
          </p:cNvPr>
          <p:cNvCxnSpPr>
            <a:cxnSpLocks/>
            <a:stCxn id="94" idx="4"/>
            <a:endCxn id="48" idx="1"/>
          </p:cNvCxnSpPr>
          <p:nvPr/>
        </p:nvCxnSpPr>
        <p:spPr>
          <a:xfrm rot="16200000" flipH="1">
            <a:off x="1423647" y="3175954"/>
            <a:ext cx="4178124" cy="4696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239F8F61-AE24-B42B-4300-FA5DE6C4A814}"/>
              </a:ext>
            </a:extLst>
          </p:cNvPr>
          <p:cNvCxnSpPr>
            <a:cxnSpLocks/>
            <a:stCxn id="94" idx="4"/>
            <a:endCxn id="49" idx="1"/>
          </p:cNvCxnSpPr>
          <p:nvPr/>
        </p:nvCxnSpPr>
        <p:spPr>
          <a:xfrm rot="16200000" flipH="1">
            <a:off x="1014540" y="3585060"/>
            <a:ext cx="4985457" cy="4588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4CDBD612-08FB-1035-3D50-ECC5AD9B087F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16200000" flipH="1">
            <a:off x="173076" y="2717864"/>
            <a:ext cx="2190268" cy="106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C462634-AAA1-5295-8978-1B88ADC4B00D}"/>
              </a:ext>
            </a:extLst>
          </p:cNvPr>
          <p:cNvGrpSpPr/>
          <p:nvPr/>
        </p:nvGrpSpPr>
        <p:grpSpPr>
          <a:xfrm>
            <a:off x="6001295" y="916941"/>
            <a:ext cx="2872419" cy="4689332"/>
            <a:chOff x="6001295" y="916941"/>
            <a:chExt cx="2872419" cy="4689332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B509AE8-4992-C1B5-8E80-245AE24E4939}"/>
                </a:ext>
              </a:extLst>
            </p:cNvPr>
            <p:cNvSpPr/>
            <p:nvPr/>
          </p:nvSpPr>
          <p:spPr>
            <a:xfrm>
              <a:off x="6001295" y="916941"/>
              <a:ext cx="2872419" cy="468933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Infrastructure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911F08-A9A2-255B-EF9B-69CC0713232A}"/>
                </a:ext>
              </a:extLst>
            </p:cNvPr>
            <p:cNvSpPr/>
            <p:nvPr/>
          </p:nvSpPr>
          <p:spPr>
            <a:xfrm>
              <a:off x="6203710" y="1377604"/>
              <a:ext cx="2009122" cy="8321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Structures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8CDE7-2F11-D555-8CFE-54C52E071095}"/>
                </a:ext>
              </a:extLst>
            </p:cNvPr>
            <p:cNvSpPr/>
            <p:nvPr/>
          </p:nvSpPr>
          <p:spPr>
            <a:xfrm>
              <a:off x="6210220" y="3388940"/>
              <a:ext cx="1996102" cy="8321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Fibre  Associated Ducts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AC8961C-C753-DF71-0999-9B3F4705C905}"/>
                </a:ext>
              </a:extLst>
            </p:cNvPr>
            <p:cNvSpPr/>
            <p:nvPr/>
          </p:nvSpPr>
          <p:spPr>
            <a:xfrm>
              <a:off x="6210220" y="2380247"/>
              <a:ext cx="2002612" cy="8321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Accommodations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71CC80F-4DEE-8644-17F5-9915DBAE9599}"/>
                </a:ext>
              </a:extLst>
            </p:cNvPr>
            <p:cNvSpPr/>
            <p:nvPr/>
          </p:nvSpPr>
          <p:spPr>
            <a:xfrm>
              <a:off x="6203710" y="4351698"/>
              <a:ext cx="2009122" cy="8321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Generators</a:t>
              </a:r>
            </a:p>
          </p:txBody>
        </p:sp>
      </p:grp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41C37884-874E-63D8-E44A-D1CA0A3B7B0D}"/>
              </a:ext>
            </a:extLst>
          </p:cNvPr>
          <p:cNvCxnSpPr>
            <a:cxnSpLocks/>
            <a:stCxn id="6" idx="3"/>
            <a:endCxn id="3" idx="1"/>
          </p:cNvCxnSpPr>
          <p:nvPr/>
        </p:nvCxnSpPr>
        <p:spPr>
          <a:xfrm>
            <a:off x="8212832" y="1793656"/>
            <a:ext cx="1431769" cy="149896"/>
          </a:xfrm>
          <a:prstGeom prst="bentConnector3">
            <a:avLst>
              <a:gd name="adj1" fmla="val 730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665A2E7D-AD7A-FDA0-7433-906D68AE8BB2}"/>
              </a:ext>
            </a:extLst>
          </p:cNvPr>
          <p:cNvSpPr/>
          <p:nvPr/>
        </p:nvSpPr>
        <p:spPr>
          <a:xfrm>
            <a:off x="3157695" y="1093867"/>
            <a:ext cx="240343" cy="2278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0BE029F3-14D4-80AF-88DA-A620D84B0E07}"/>
              </a:ext>
            </a:extLst>
          </p:cNvPr>
          <p:cNvCxnSpPr>
            <a:cxnSpLocks/>
            <a:stCxn id="94" idx="4"/>
            <a:endCxn id="29" idx="1"/>
          </p:cNvCxnSpPr>
          <p:nvPr/>
        </p:nvCxnSpPr>
        <p:spPr>
          <a:xfrm rot="16200000" flipH="1">
            <a:off x="4504827" y="94773"/>
            <a:ext cx="776722" cy="32306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F0B61E6E-544F-58EA-1DAD-5779AEC4A36C}"/>
              </a:ext>
            </a:extLst>
          </p:cNvPr>
          <p:cNvCxnSpPr>
            <a:cxnSpLocks/>
            <a:stCxn id="94" idx="4"/>
            <a:endCxn id="31" idx="1"/>
          </p:cNvCxnSpPr>
          <p:nvPr/>
        </p:nvCxnSpPr>
        <p:spPr>
          <a:xfrm rot="16200000" flipH="1">
            <a:off x="4006761" y="592839"/>
            <a:ext cx="1779365" cy="32371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614DB0A5-EC9F-B23E-72EC-7C327C6D40B7}"/>
              </a:ext>
            </a:extLst>
          </p:cNvPr>
          <p:cNvCxnSpPr>
            <a:cxnSpLocks/>
            <a:stCxn id="94" idx="4"/>
            <a:endCxn id="30" idx="1"/>
          </p:cNvCxnSpPr>
          <p:nvPr/>
        </p:nvCxnSpPr>
        <p:spPr>
          <a:xfrm rot="16200000" flipH="1">
            <a:off x="3502414" y="1097186"/>
            <a:ext cx="2788058" cy="32371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85A693C8-402B-A34A-9F1A-2DA808EC10AA}"/>
              </a:ext>
            </a:extLst>
          </p:cNvPr>
          <p:cNvCxnSpPr>
            <a:cxnSpLocks/>
            <a:stCxn id="94" idx="4"/>
            <a:endCxn id="32" idx="1"/>
          </p:cNvCxnSpPr>
          <p:nvPr/>
        </p:nvCxnSpPr>
        <p:spPr>
          <a:xfrm rot="16200000" flipH="1">
            <a:off x="3017780" y="1581820"/>
            <a:ext cx="3750816" cy="32306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3A5A128-E822-7E03-72BF-534AF913E94F}"/>
              </a:ext>
            </a:extLst>
          </p:cNvPr>
          <p:cNvGrpSpPr/>
          <p:nvPr/>
        </p:nvGrpSpPr>
        <p:grpSpPr>
          <a:xfrm>
            <a:off x="9644601" y="1527500"/>
            <a:ext cx="2142744" cy="1136904"/>
            <a:chOff x="8689848" y="324612"/>
            <a:chExt cx="2142744" cy="113690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F211502-57A2-E0ED-B308-6E811CE10754}"/>
                </a:ext>
              </a:extLst>
            </p:cNvPr>
            <p:cNvSpPr/>
            <p:nvPr/>
          </p:nvSpPr>
          <p:spPr>
            <a:xfrm>
              <a:off x="8689848" y="32461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Planning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CE69E8-81AE-E093-6590-3519AF3151CF}"/>
                </a:ext>
              </a:extLst>
            </p:cNvPr>
            <p:cNvSpPr/>
            <p:nvPr/>
          </p:nvSpPr>
          <p:spPr>
            <a:xfrm>
              <a:off x="8842248" y="47701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Planning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E109B8-5BBD-D471-3019-EEF5A8B0E03C}"/>
                </a:ext>
              </a:extLst>
            </p:cNvPr>
            <p:cNvSpPr/>
            <p:nvPr/>
          </p:nvSpPr>
          <p:spPr>
            <a:xfrm>
              <a:off x="8994648" y="62941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Planning</a:t>
              </a:r>
            </a:p>
          </p:txBody>
        </p:sp>
      </p:grp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1472B1B-D278-E28B-93EA-62477CBD8884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8212832" y="1793656"/>
            <a:ext cx="1431769" cy="1884003"/>
          </a:xfrm>
          <a:prstGeom prst="bentConnector3">
            <a:avLst>
              <a:gd name="adj1" fmla="val 7304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E299A8C4-DCCF-D13C-7B44-A4E9DF0D3C32}"/>
              </a:ext>
            </a:extLst>
          </p:cNvPr>
          <p:cNvSpPr/>
          <p:nvPr/>
        </p:nvSpPr>
        <p:spPr>
          <a:xfrm>
            <a:off x="3889070" y="6134431"/>
            <a:ext cx="1671568" cy="650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ROWs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487C1CB-D801-6806-1F43-A4AFFDACA224}"/>
              </a:ext>
            </a:extLst>
          </p:cNvPr>
          <p:cNvGrpSpPr/>
          <p:nvPr/>
        </p:nvGrpSpPr>
        <p:grpSpPr>
          <a:xfrm>
            <a:off x="6153695" y="1069341"/>
            <a:ext cx="2872419" cy="4689332"/>
            <a:chOff x="6001295" y="916941"/>
            <a:chExt cx="2872419" cy="468933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40E6961-3C05-1EB2-FE7F-46240B3C554A}"/>
                </a:ext>
              </a:extLst>
            </p:cNvPr>
            <p:cNvSpPr/>
            <p:nvPr/>
          </p:nvSpPr>
          <p:spPr>
            <a:xfrm>
              <a:off x="6001295" y="916941"/>
              <a:ext cx="2872419" cy="468933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Infrastructure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AE5EE7F-D35B-BC8A-6B96-8F6895695027}"/>
                </a:ext>
              </a:extLst>
            </p:cNvPr>
            <p:cNvSpPr/>
            <p:nvPr/>
          </p:nvSpPr>
          <p:spPr>
            <a:xfrm>
              <a:off x="6203710" y="1377604"/>
              <a:ext cx="2009122" cy="8321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Structures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9022AF1-D64A-6E44-9FFB-04D9A55C5019}"/>
                </a:ext>
              </a:extLst>
            </p:cNvPr>
            <p:cNvSpPr/>
            <p:nvPr/>
          </p:nvSpPr>
          <p:spPr>
            <a:xfrm>
              <a:off x="6210220" y="3388940"/>
              <a:ext cx="1996102" cy="8321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Fibre  Associated Ducts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507BECE-207A-E72F-DB8B-31D65FF5EE92}"/>
                </a:ext>
              </a:extLst>
            </p:cNvPr>
            <p:cNvSpPr/>
            <p:nvPr/>
          </p:nvSpPr>
          <p:spPr>
            <a:xfrm>
              <a:off x="6210220" y="2380247"/>
              <a:ext cx="2002612" cy="8321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Accommodations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DE5A3AE-5509-2F91-061D-B54331A54862}"/>
                </a:ext>
              </a:extLst>
            </p:cNvPr>
            <p:cNvSpPr/>
            <p:nvPr/>
          </p:nvSpPr>
          <p:spPr>
            <a:xfrm>
              <a:off x="6203710" y="4351698"/>
              <a:ext cx="2009122" cy="8321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Generators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45D8E54-CEA7-7AF6-A76D-5D4CF291EF9A}"/>
              </a:ext>
            </a:extLst>
          </p:cNvPr>
          <p:cNvGrpSpPr/>
          <p:nvPr/>
        </p:nvGrpSpPr>
        <p:grpSpPr>
          <a:xfrm>
            <a:off x="6306095" y="1221741"/>
            <a:ext cx="2872419" cy="4689332"/>
            <a:chOff x="6001295" y="916941"/>
            <a:chExt cx="2872419" cy="468933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A95F97A-9A83-ED26-AE92-0454F3697519}"/>
                </a:ext>
              </a:extLst>
            </p:cNvPr>
            <p:cNvSpPr/>
            <p:nvPr/>
          </p:nvSpPr>
          <p:spPr>
            <a:xfrm>
              <a:off x="6001295" y="916941"/>
              <a:ext cx="2872419" cy="468933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Infrastructure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5B3DDE3-084F-3E87-4EA9-1B75E9C3DD4D}"/>
                </a:ext>
              </a:extLst>
            </p:cNvPr>
            <p:cNvSpPr/>
            <p:nvPr/>
          </p:nvSpPr>
          <p:spPr>
            <a:xfrm>
              <a:off x="6203710" y="1377604"/>
              <a:ext cx="2009122" cy="8321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Structures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173B253-6A36-7B65-F6E8-346C194F6FB6}"/>
                </a:ext>
              </a:extLst>
            </p:cNvPr>
            <p:cNvSpPr/>
            <p:nvPr/>
          </p:nvSpPr>
          <p:spPr>
            <a:xfrm>
              <a:off x="6210220" y="3388940"/>
              <a:ext cx="1996102" cy="8321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Fibre  Associated Ducts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FADA290-E231-EBAA-8A13-B5AF350A9DB0}"/>
                </a:ext>
              </a:extLst>
            </p:cNvPr>
            <p:cNvSpPr/>
            <p:nvPr/>
          </p:nvSpPr>
          <p:spPr>
            <a:xfrm>
              <a:off x="6210220" y="2380247"/>
              <a:ext cx="2002612" cy="8321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Accommodations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8E517CF-4CA6-54BA-49E7-4B26A309A69B}"/>
                </a:ext>
              </a:extLst>
            </p:cNvPr>
            <p:cNvSpPr/>
            <p:nvPr/>
          </p:nvSpPr>
          <p:spPr>
            <a:xfrm>
              <a:off x="6203710" y="4351698"/>
              <a:ext cx="2009122" cy="832104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Generators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6757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B8D66-BCF3-A45A-6B77-6209F3B58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E2ECA2-7F2A-D607-C80C-7314AD1BAA94}"/>
              </a:ext>
            </a:extLst>
          </p:cNvPr>
          <p:cNvSpPr txBox="1"/>
          <p:nvPr/>
        </p:nvSpPr>
        <p:spPr>
          <a:xfrm>
            <a:off x="3398039" y="25837"/>
            <a:ext cx="248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u="sng" dirty="0"/>
              <a:t>Lock-Related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B83795-6CD5-7FEA-26A1-09DD6736F3E3}"/>
              </a:ext>
            </a:extLst>
          </p:cNvPr>
          <p:cNvSpPr/>
          <p:nvPr/>
        </p:nvSpPr>
        <p:spPr>
          <a:xfrm>
            <a:off x="2108039" y="796279"/>
            <a:ext cx="1837944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Site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1C9922C-F65F-05A6-7655-CD011EE8C8A0}"/>
              </a:ext>
            </a:extLst>
          </p:cNvPr>
          <p:cNvGrpSpPr/>
          <p:nvPr/>
        </p:nvGrpSpPr>
        <p:grpSpPr>
          <a:xfrm>
            <a:off x="9179255" y="3848128"/>
            <a:ext cx="1904238" cy="1022696"/>
            <a:chOff x="763524" y="3012948"/>
            <a:chExt cx="2142744" cy="113690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940273-6398-3A72-5092-FF0D6FDDA365}"/>
                </a:ext>
              </a:extLst>
            </p:cNvPr>
            <p:cNvSpPr/>
            <p:nvPr/>
          </p:nvSpPr>
          <p:spPr>
            <a:xfrm>
              <a:off x="763524" y="3012948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Power Supply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9FC5C5E-033B-AA9E-156E-E966F7BBC2F9}"/>
                </a:ext>
              </a:extLst>
            </p:cNvPr>
            <p:cNvSpPr/>
            <p:nvPr/>
          </p:nvSpPr>
          <p:spPr>
            <a:xfrm>
              <a:off x="915924" y="3165348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Power Supply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DA3E35-0476-50D9-68E5-E916BBADE092}"/>
                </a:ext>
              </a:extLst>
            </p:cNvPr>
            <p:cNvSpPr/>
            <p:nvPr/>
          </p:nvSpPr>
          <p:spPr>
            <a:xfrm>
              <a:off x="1068324" y="3317748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Locks</a:t>
              </a:r>
            </a:p>
          </p:txBody>
        </p:sp>
      </p:grp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0F6FDA3-0E70-D758-6BB9-CE77BFE7148D}"/>
              </a:ext>
            </a:extLst>
          </p:cNvPr>
          <p:cNvCxnSpPr>
            <a:cxnSpLocks/>
            <a:stCxn id="5" idx="3"/>
            <a:endCxn id="15" idx="0"/>
          </p:cNvCxnSpPr>
          <p:nvPr/>
        </p:nvCxnSpPr>
        <p:spPr>
          <a:xfrm>
            <a:off x="3945983" y="1212331"/>
            <a:ext cx="6049955" cy="263579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CCC93A0-8265-09AE-D85A-F5A402ECFCD6}"/>
              </a:ext>
            </a:extLst>
          </p:cNvPr>
          <p:cNvSpPr/>
          <p:nvPr/>
        </p:nvSpPr>
        <p:spPr>
          <a:xfrm>
            <a:off x="1891205" y="2329982"/>
            <a:ext cx="2441423" cy="36265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IE" dirty="0"/>
              <a:t>Infrastructure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13731E-6ECF-A925-1F87-4AA528700890}"/>
              </a:ext>
            </a:extLst>
          </p:cNvPr>
          <p:cNvSpPr/>
          <p:nvPr/>
        </p:nvSpPr>
        <p:spPr>
          <a:xfrm>
            <a:off x="2093620" y="2790645"/>
            <a:ext cx="2016466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Structures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F06635-0272-0B6B-25DA-F8304D9D4FC9}"/>
              </a:ext>
            </a:extLst>
          </p:cNvPr>
          <p:cNvSpPr/>
          <p:nvPr/>
        </p:nvSpPr>
        <p:spPr>
          <a:xfrm>
            <a:off x="2100129" y="3793288"/>
            <a:ext cx="2009957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Accommodations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2DA17DA-3A17-AC70-AF00-8559949ED592}"/>
              </a:ext>
            </a:extLst>
          </p:cNvPr>
          <p:cNvSpPr/>
          <p:nvPr/>
        </p:nvSpPr>
        <p:spPr>
          <a:xfrm>
            <a:off x="2060626" y="4838968"/>
            <a:ext cx="2082454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Generators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E47EEEC7-FB4B-7297-7650-BDDD6A76884E}"/>
              </a:ext>
            </a:extLst>
          </p:cNvPr>
          <p:cNvSpPr/>
          <p:nvPr/>
        </p:nvSpPr>
        <p:spPr>
          <a:xfrm>
            <a:off x="7629665" y="4143276"/>
            <a:ext cx="149492" cy="1551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01335DAC-6AEB-9FB3-2B7B-F8AB04744566}"/>
              </a:ext>
            </a:extLst>
          </p:cNvPr>
          <p:cNvCxnSpPr>
            <a:cxnSpLocks/>
            <a:stCxn id="77" idx="3"/>
            <a:endCxn id="94" idx="2"/>
          </p:cNvCxnSpPr>
          <p:nvPr/>
        </p:nvCxnSpPr>
        <p:spPr>
          <a:xfrm flipV="1">
            <a:off x="4143080" y="4220854"/>
            <a:ext cx="3486585" cy="10341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481E813A-A7AF-A27B-DACF-C3B22DDA4974}"/>
              </a:ext>
            </a:extLst>
          </p:cNvPr>
          <p:cNvCxnSpPr>
            <a:cxnSpLocks/>
            <a:stCxn id="8" idx="3"/>
            <a:endCxn id="94" idx="2"/>
          </p:cNvCxnSpPr>
          <p:nvPr/>
        </p:nvCxnSpPr>
        <p:spPr>
          <a:xfrm>
            <a:off x="4110086" y="4209340"/>
            <a:ext cx="3519579" cy="115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A538F6EA-729D-86E1-A334-69701F9CCAC8}"/>
              </a:ext>
            </a:extLst>
          </p:cNvPr>
          <p:cNvCxnSpPr>
            <a:cxnSpLocks/>
            <a:stCxn id="6" idx="3"/>
            <a:endCxn id="94" idx="2"/>
          </p:cNvCxnSpPr>
          <p:nvPr/>
        </p:nvCxnSpPr>
        <p:spPr>
          <a:xfrm>
            <a:off x="4110086" y="3206697"/>
            <a:ext cx="3519579" cy="10141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3A26AE1C-5246-172A-89C4-0FB3522601D4}"/>
              </a:ext>
            </a:extLst>
          </p:cNvPr>
          <p:cNvCxnSpPr>
            <a:cxnSpLocks/>
            <a:stCxn id="94" idx="6"/>
            <a:endCxn id="15" idx="1"/>
          </p:cNvCxnSpPr>
          <p:nvPr/>
        </p:nvCxnSpPr>
        <p:spPr>
          <a:xfrm>
            <a:off x="7779157" y="4220854"/>
            <a:ext cx="1400098" cy="15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777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C6E3F-1193-CFCD-FDF7-95AD3851B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DC4E5A-390E-B899-B82E-43D9EC631955}"/>
              </a:ext>
            </a:extLst>
          </p:cNvPr>
          <p:cNvSpPr txBox="1"/>
          <p:nvPr/>
        </p:nvSpPr>
        <p:spPr>
          <a:xfrm>
            <a:off x="3398039" y="25837"/>
            <a:ext cx="248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u="sng" dirty="0"/>
              <a:t>Customer Presence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9783CD-2212-F4B8-C3A5-A8AF2D45C53A}"/>
              </a:ext>
            </a:extLst>
          </p:cNvPr>
          <p:cNvSpPr/>
          <p:nvPr/>
        </p:nvSpPr>
        <p:spPr>
          <a:xfrm>
            <a:off x="972233" y="852246"/>
            <a:ext cx="1837944" cy="501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Site 1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3E1C275-93EA-9968-C748-CEAD95F14549}"/>
              </a:ext>
            </a:extLst>
          </p:cNvPr>
          <p:cNvSpPr/>
          <p:nvPr/>
        </p:nvSpPr>
        <p:spPr>
          <a:xfrm>
            <a:off x="4562336" y="823852"/>
            <a:ext cx="2441423" cy="570496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IE" dirty="0"/>
              <a:t>Customer Presence</a:t>
            </a:r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FF82ABF8-7D38-04A4-74A4-6875D5A2CC91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810177" y="1102779"/>
            <a:ext cx="2053898" cy="3406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760CD4F-A7C5-E2AD-A746-0824829031AD}"/>
              </a:ext>
            </a:extLst>
          </p:cNvPr>
          <p:cNvSpPr/>
          <p:nvPr/>
        </p:nvSpPr>
        <p:spPr>
          <a:xfrm>
            <a:off x="9747425" y="852246"/>
            <a:ext cx="1837944" cy="501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Customer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1CB896-5C59-0D85-D1C2-D48689BB2BE5}"/>
              </a:ext>
            </a:extLst>
          </p:cNvPr>
          <p:cNvSpPr/>
          <p:nvPr/>
        </p:nvSpPr>
        <p:spPr>
          <a:xfrm>
            <a:off x="4864075" y="1268298"/>
            <a:ext cx="1837944" cy="350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Presence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AA7792-78FF-3167-DB2E-274C1E9BB6B1}"/>
              </a:ext>
            </a:extLst>
          </p:cNvPr>
          <p:cNvSpPr/>
          <p:nvPr/>
        </p:nvSpPr>
        <p:spPr>
          <a:xfrm>
            <a:off x="4864075" y="1777314"/>
            <a:ext cx="1837944" cy="350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Presence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E630A6-9B55-B198-1183-F638221FB190}"/>
              </a:ext>
            </a:extLst>
          </p:cNvPr>
          <p:cNvSpPr/>
          <p:nvPr/>
        </p:nvSpPr>
        <p:spPr>
          <a:xfrm>
            <a:off x="4864075" y="2286330"/>
            <a:ext cx="1837944" cy="350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Presence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451614-1E9D-87DA-C801-64C03AD05E65}"/>
              </a:ext>
            </a:extLst>
          </p:cNvPr>
          <p:cNvSpPr/>
          <p:nvPr/>
        </p:nvSpPr>
        <p:spPr>
          <a:xfrm>
            <a:off x="4864075" y="2777827"/>
            <a:ext cx="1837944" cy="350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Presence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87D4D7-9ABF-0FA6-A6B6-904D45393838}"/>
              </a:ext>
            </a:extLst>
          </p:cNvPr>
          <p:cNvSpPr/>
          <p:nvPr/>
        </p:nvSpPr>
        <p:spPr>
          <a:xfrm>
            <a:off x="4864075" y="3269324"/>
            <a:ext cx="1837944" cy="350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Presence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34AC89-4E6D-B7AE-6DE8-122B9378FEDB}"/>
              </a:ext>
            </a:extLst>
          </p:cNvPr>
          <p:cNvSpPr/>
          <p:nvPr/>
        </p:nvSpPr>
        <p:spPr>
          <a:xfrm>
            <a:off x="4864075" y="3993375"/>
            <a:ext cx="1837944" cy="350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Presence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9AC241-6905-BB60-E4B2-18DBBADC6242}"/>
              </a:ext>
            </a:extLst>
          </p:cNvPr>
          <p:cNvSpPr/>
          <p:nvPr/>
        </p:nvSpPr>
        <p:spPr>
          <a:xfrm>
            <a:off x="4864075" y="4497970"/>
            <a:ext cx="1837944" cy="350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Presence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85BF27-64CE-3A3E-7C63-8BE0BEAC7F49}"/>
              </a:ext>
            </a:extLst>
          </p:cNvPr>
          <p:cNvSpPr/>
          <p:nvPr/>
        </p:nvSpPr>
        <p:spPr>
          <a:xfrm>
            <a:off x="4864075" y="5446304"/>
            <a:ext cx="1837944" cy="350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Presence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25557E-E739-0981-98DC-ED0C8489CA51}"/>
              </a:ext>
            </a:extLst>
          </p:cNvPr>
          <p:cNvSpPr/>
          <p:nvPr/>
        </p:nvSpPr>
        <p:spPr>
          <a:xfrm>
            <a:off x="4864075" y="5946859"/>
            <a:ext cx="1837944" cy="350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Presence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BC7219-04F5-7CBF-7CF5-A7CAEDCF0550}"/>
              </a:ext>
            </a:extLst>
          </p:cNvPr>
          <p:cNvSpPr/>
          <p:nvPr/>
        </p:nvSpPr>
        <p:spPr>
          <a:xfrm>
            <a:off x="9747425" y="1600124"/>
            <a:ext cx="1837944" cy="501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Customer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688368-83F1-30E6-CD68-92F6B54848FD}"/>
              </a:ext>
            </a:extLst>
          </p:cNvPr>
          <p:cNvSpPr/>
          <p:nvPr/>
        </p:nvSpPr>
        <p:spPr>
          <a:xfrm>
            <a:off x="9735233" y="3605531"/>
            <a:ext cx="1837944" cy="501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Customer 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4C32E1-73FE-2E9D-2266-6F8B9072F8BD}"/>
              </a:ext>
            </a:extLst>
          </p:cNvPr>
          <p:cNvSpPr/>
          <p:nvPr/>
        </p:nvSpPr>
        <p:spPr>
          <a:xfrm>
            <a:off x="972233" y="2527294"/>
            <a:ext cx="1837944" cy="501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Site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C1AE7A-2C62-83FB-820E-F64DD6CE26AE}"/>
              </a:ext>
            </a:extLst>
          </p:cNvPr>
          <p:cNvSpPr/>
          <p:nvPr/>
        </p:nvSpPr>
        <p:spPr>
          <a:xfrm>
            <a:off x="972233" y="3984396"/>
            <a:ext cx="1837944" cy="501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Site 3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378E19B-6FA6-EFB6-E9F6-AD891E0DF47E}"/>
              </a:ext>
            </a:extLst>
          </p:cNvPr>
          <p:cNvCxnSpPr>
            <a:cxnSpLocks/>
            <a:stCxn id="3" idx="1"/>
            <a:endCxn id="9" idx="3"/>
          </p:cNvCxnSpPr>
          <p:nvPr/>
        </p:nvCxnSpPr>
        <p:spPr>
          <a:xfrm rot="10800000" flipV="1">
            <a:off x="6702019" y="1102779"/>
            <a:ext cx="3045406" cy="3406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807DA19A-653C-67F0-5A3A-5EAF95F2A5A5}"/>
              </a:ext>
            </a:extLst>
          </p:cNvPr>
          <p:cNvCxnSpPr>
            <a:cxnSpLocks/>
            <a:stCxn id="21" idx="1"/>
            <a:endCxn id="10" idx="3"/>
          </p:cNvCxnSpPr>
          <p:nvPr/>
        </p:nvCxnSpPr>
        <p:spPr>
          <a:xfrm rot="10800000" flipV="1">
            <a:off x="6702019" y="1850657"/>
            <a:ext cx="3045406" cy="1017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2AF85685-B772-9B35-E1F2-92A0C85969E8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2810177" y="1102779"/>
            <a:ext cx="2053898" cy="8496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FF1C86EB-2618-D349-ACC2-03CB84DE6BCB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2810177" y="2454797"/>
            <a:ext cx="2173303" cy="3230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5ABD8EC7-E48B-5AE0-86B5-195E4E4A5D3D}"/>
              </a:ext>
            </a:extLst>
          </p:cNvPr>
          <p:cNvSpPr/>
          <p:nvPr/>
        </p:nvSpPr>
        <p:spPr>
          <a:xfrm>
            <a:off x="9735233" y="2372506"/>
            <a:ext cx="1837944" cy="501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Customer 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0344BFD-E2FA-3AE7-AAFE-0ACD7CE5780E}"/>
              </a:ext>
            </a:extLst>
          </p:cNvPr>
          <p:cNvSpPr/>
          <p:nvPr/>
        </p:nvSpPr>
        <p:spPr>
          <a:xfrm>
            <a:off x="9735233" y="2996108"/>
            <a:ext cx="1837944" cy="501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Customer 2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A5CF9E84-6FAB-101A-6DB0-4F4C7F81F0B1}"/>
              </a:ext>
            </a:extLst>
          </p:cNvPr>
          <p:cNvCxnSpPr>
            <a:cxnSpLocks/>
            <a:stCxn id="23" idx="3"/>
            <a:endCxn id="12" idx="1"/>
          </p:cNvCxnSpPr>
          <p:nvPr/>
        </p:nvCxnSpPr>
        <p:spPr>
          <a:xfrm>
            <a:off x="2810177" y="2777827"/>
            <a:ext cx="2053898" cy="1750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3EA1595B-E846-2DF8-D55E-455EA4B22853}"/>
              </a:ext>
            </a:extLst>
          </p:cNvPr>
          <p:cNvCxnSpPr>
            <a:cxnSpLocks/>
            <a:stCxn id="23" idx="3"/>
            <a:endCxn id="13" idx="1"/>
          </p:cNvCxnSpPr>
          <p:nvPr/>
        </p:nvCxnSpPr>
        <p:spPr>
          <a:xfrm>
            <a:off x="2810177" y="2777827"/>
            <a:ext cx="2053898" cy="6665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56328273-353E-EB0B-59B4-A0E7285FAACC}"/>
              </a:ext>
            </a:extLst>
          </p:cNvPr>
          <p:cNvCxnSpPr>
            <a:cxnSpLocks/>
            <a:stCxn id="45" idx="1"/>
          </p:cNvCxnSpPr>
          <p:nvPr/>
        </p:nvCxnSpPr>
        <p:spPr>
          <a:xfrm rot="10800000">
            <a:off x="6735639" y="2519855"/>
            <a:ext cx="2999594" cy="1031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F21D2E5E-75BA-2802-4DE9-F1217C7F6113}"/>
              </a:ext>
            </a:extLst>
          </p:cNvPr>
          <p:cNvCxnSpPr>
            <a:cxnSpLocks/>
            <a:stCxn id="46" idx="1"/>
            <a:endCxn id="12" idx="3"/>
          </p:cNvCxnSpPr>
          <p:nvPr/>
        </p:nvCxnSpPr>
        <p:spPr>
          <a:xfrm rot="10800000">
            <a:off x="6702019" y="2952923"/>
            <a:ext cx="3033214" cy="2937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5F503A88-AF03-1185-296D-DA9736BAD1F4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>
            <a:off x="6735639" y="3429000"/>
            <a:ext cx="2999594" cy="4270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8FB1198-83EF-CF99-11C3-549048C87E71}"/>
              </a:ext>
            </a:extLst>
          </p:cNvPr>
          <p:cNvSpPr/>
          <p:nvPr/>
        </p:nvSpPr>
        <p:spPr>
          <a:xfrm>
            <a:off x="9777905" y="5403851"/>
            <a:ext cx="1837944" cy="501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Customer 3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4C635F0-70D0-2811-F2B0-14871487F692}"/>
              </a:ext>
            </a:extLst>
          </p:cNvPr>
          <p:cNvSpPr/>
          <p:nvPr/>
        </p:nvSpPr>
        <p:spPr>
          <a:xfrm>
            <a:off x="9777905" y="4666412"/>
            <a:ext cx="1837944" cy="501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Customer 2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DFFD618B-BC76-7D24-2D53-9CB954E5D50D}"/>
              </a:ext>
            </a:extLst>
          </p:cNvPr>
          <p:cNvCxnSpPr>
            <a:cxnSpLocks/>
            <a:stCxn id="24" idx="3"/>
            <a:endCxn id="14" idx="1"/>
          </p:cNvCxnSpPr>
          <p:nvPr/>
        </p:nvCxnSpPr>
        <p:spPr>
          <a:xfrm flipV="1">
            <a:off x="2810177" y="4168470"/>
            <a:ext cx="2053898" cy="664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82B420E5-E0A1-E693-C6C1-9087D81EB239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>
            <a:off x="2810177" y="4234929"/>
            <a:ext cx="2053898" cy="4381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D3CAF32B-0BC0-DE2D-F929-2B9A625753BC}"/>
              </a:ext>
            </a:extLst>
          </p:cNvPr>
          <p:cNvCxnSpPr>
            <a:cxnSpLocks/>
            <a:stCxn id="65" idx="1"/>
            <a:endCxn id="14" idx="3"/>
          </p:cNvCxnSpPr>
          <p:nvPr/>
        </p:nvCxnSpPr>
        <p:spPr>
          <a:xfrm rot="10800000">
            <a:off x="6702019" y="4168471"/>
            <a:ext cx="3075886" cy="74847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C3A5CC0F-87C5-7898-4440-3426AB9CFDE9}"/>
              </a:ext>
            </a:extLst>
          </p:cNvPr>
          <p:cNvCxnSpPr>
            <a:cxnSpLocks/>
            <a:stCxn id="64" idx="1"/>
            <a:endCxn id="18" idx="3"/>
          </p:cNvCxnSpPr>
          <p:nvPr/>
        </p:nvCxnSpPr>
        <p:spPr>
          <a:xfrm rot="10800000">
            <a:off x="6702019" y="4673066"/>
            <a:ext cx="3075886" cy="981319"/>
          </a:xfrm>
          <a:prstGeom prst="bentConnector3">
            <a:avLst>
              <a:gd name="adj1" fmla="val 5683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54EE919F-B753-5678-B4C0-64D6061BBE68}"/>
              </a:ext>
            </a:extLst>
          </p:cNvPr>
          <p:cNvSpPr txBox="1"/>
          <p:nvPr/>
        </p:nvSpPr>
        <p:spPr>
          <a:xfrm>
            <a:off x="328995" y="4882735"/>
            <a:ext cx="36868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Customer Presence Table allows us to record customer presence at each site and the Site IDs used by each customer for each site at which they are present</a:t>
            </a:r>
          </a:p>
        </p:txBody>
      </p:sp>
    </p:spTree>
    <p:extLst>
      <p:ext uri="{BB962C8B-B14F-4D97-AF65-F5344CB8AC3E}">
        <p14:creationId xmlns:p14="http://schemas.microsoft.com/office/powerpoint/2010/main" val="1317078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6991E-A059-B136-ECFA-0BCA66F5C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41C35D-E05A-449E-6277-F1DB77F9CC23}"/>
              </a:ext>
            </a:extLst>
          </p:cNvPr>
          <p:cNvSpPr txBox="1"/>
          <p:nvPr/>
        </p:nvSpPr>
        <p:spPr>
          <a:xfrm>
            <a:off x="2834170" y="80168"/>
            <a:ext cx="2487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u="sng" dirty="0"/>
              <a:t>Power, Inspections &amp; Services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7EB523-41A8-AB6A-F15F-27559E201612}"/>
              </a:ext>
            </a:extLst>
          </p:cNvPr>
          <p:cNvSpPr/>
          <p:nvPr/>
        </p:nvSpPr>
        <p:spPr>
          <a:xfrm>
            <a:off x="348705" y="514066"/>
            <a:ext cx="1837944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Site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140C556-5F73-2C9F-290C-2C56BA3AE225}"/>
              </a:ext>
            </a:extLst>
          </p:cNvPr>
          <p:cNvGrpSpPr/>
          <p:nvPr/>
        </p:nvGrpSpPr>
        <p:grpSpPr>
          <a:xfrm>
            <a:off x="156502" y="3813532"/>
            <a:ext cx="1904238" cy="1022696"/>
            <a:chOff x="763524" y="3012948"/>
            <a:chExt cx="2142744" cy="113690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53394CA-5A4E-7B0D-BDCE-F773C1956635}"/>
                </a:ext>
              </a:extLst>
            </p:cNvPr>
            <p:cNvSpPr/>
            <p:nvPr/>
          </p:nvSpPr>
          <p:spPr>
            <a:xfrm>
              <a:off x="763524" y="3012948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Power Supply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2CA628-CB0C-80DD-B46A-0866947AF58D}"/>
                </a:ext>
              </a:extLst>
            </p:cNvPr>
            <p:cNvSpPr/>
            <p:nvPr/>
          </p:nvSpPr>
          <p:spPr>
            <a:xfrm>
              <a:off x="915924" y="3165348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Power Supply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3129BB7-D562-4D4E-A0E5-A84C0A41C039}"/>
                </a:ext>
              </a:extLst>
            </p:cNvPr>
            <p:cNvSpPr/>
            <p:nvPr/>
          </p:nvSpPr>
          <p:spPr>
            <a:xfrm>
              <a:off x="1068324" y="3317748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Power Supply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1D768EE-A8B8-792B-BE4F-88C8F292C567}"/>
              </a:ext>
            </a:extLst>
          </p:cNvPr>
          <p:cNvGrpSpPr/>
          <p:nvPr/>
        </p:nvGrpSpPr>
        <p:grpSpPr>
          <a:xfrm>
            <a:off x="2834170" y="4115376"/>
            <a:ext cx="1763478" cy="929640"/>
            <a:chOff x="3813048" y="4293109"/>
            <a:chExt cx="2142744" cy="1136904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521885-12A7-AB98-608F-272D75197D7C}"/>
                </a:ext>
              </a:extLst>
            </p:cNvPr>
            <p:cNvSpPr/>
            <p:nvPr/>
          </p:nvSpPr>
          <p:spPr>
            <a:xfrm>
              <a:off x="3813048" y="4293109"/>
              <a:ext cx="1837944" cy="83210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Power Reading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ECB2A9E-60B4-8BF5-40CF-C144671312CE}"/>
                </a:ext>
              </a:extLst>
            </p:cNvPr>
            <p:cNvSpPr/>
            <p:nvPr/>
          </p:nvSpPr>
          <p:spPr>
            <a:xfrm>
              <a:off x="3965448" y="4445509"/>
              <a:ext cx="1837944" cy="83210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Power Reading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3FFC259-FAEB-B83B-2301-5635D274AFE5}"/>
                </a:ext>
              </a:extLst>
            </p:cNvPr>
            <p:cNvSpPr/>
            <p:nvPr/>
          </p:nvSpPr>
          <p:spPr>
            <a:xfrm>
              <a:off x="4117848" y="4597909"/>
              <a:ext cx="1837944" cy="83210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Power Reading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85B10A-1738-0056-32CD-4987832E8763}"/>
              </a:ext>
            </a:extLst>
          </p:cNvPr>
          <p:cNvGrpSpPr/>
          <p:nvPr/>
        </p:nvGrpSpPr>
        <p:grpSpPr>
          <a:xfrm>
            <a:off x="501063" y="5262176"/>
            <a:ext cx="1761144" cy="1022311"/>
            <a:chOff x="690372" y="4911852"/>
            <a:chExt cx="2142744" cy="113690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C508BF2-AE23-EC15-056D-18ACED896E6C}"/>
                </a:ext>
              </a:extLst>
            </p:cNvPr>
            <p:cNvSpPr/>
            <p:nvPr/>
          </p:nvSpPr>
          <p:spPr>
            <a:xfrm>
              <a:off x="690372" y="491185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Power User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7C7682F-DA4C-D45A-4D01-A9DED448FA01}"/>
                </a:ext>
              </a:extLst>
            </p:cNvPr>
            <p:cNvSpPr/>
            <p:nvPr/>
          </p:nvSpPr>
          <p:spPr>
            <a:xfrm>
              <a:off x="842772" y="506425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Power User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B45A1F-9602-5DED-B47A-9C7A7DC53254}"/>
                </a:ext>
              </a:extLst>
            </p:cNvPr>
            <p:cNvSpPr/>
            <p:nvPr/>
          </p:nvSpPr>
          <p:spPr>
            <a:xfrm>
              <a:off x="995172" y="521665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Power User</a:t>
              </a:r>
            </a:p>
          </p:txBody>
        </p: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7145CFF5-41AA-3712-026D-F9E55051A34A}"/>
              </a:ext>
            </a:extLst>
          </p:cNvPr>
          <p:cNvSpPr/>
          <p:nvPr/>
        </p:nvSpPr>
        <p:spPr>
          <a:xfrm>
            <a:off x="3085020" y="5809090"/>
            <a:ext cx="2156460" cy="929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Power</a:t>
            </a:r>
          </a:p>
          <a:p>
            <a:pPr algn="ctr"/>
            <a:r>
              <a:rPr lang="en-IE" dirty="0"/>
              <a:t>Billing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FFE771EC-ED13-9274-54B0-89659DC10939}"/>
              </a:ext>
            </a:extLst>
          </p:cNvPr>
          <p:cNvCxnSpPr>
            <a:cxnSpLocks/>
            <a:stCxn id="24" idx="2"/>
            <a:endCxn id="40" idx="0"/>
          </p:cNvCxnSpPr>
          <p:nvPr/>
        </p:nvCxnSpPr>
        <p:spPr>
          <a:xfrm rot="16200000" flipH="1">
            <a:off x="3620255" y="5266095"/>
            <a:ext cx="764074" cy="3219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D9A834B-41B7-4721-8147-CC3EE1443A95}"/>
              </a:ext>
            </a:extLst>
          </p:cNvPr>
          <p:cNvCxnSpPr>
            <a:cxnSpLocks/>
            <a:stCxn id="5" idx="3"/>
            <a:endCxn id="94" idx="2"/>
          </p:cNvCxnSpPr>
          <p:nvPr/>
        </p:nvCxnSpPr>
        <p:spPr>
          <a:xfrm>
            <a:off x="2186649" y="930118"/>
            <a:ext cx="3004072" cy="211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5AF2375-2A2D-E1E4-0F4D-8FC84AC8C5F7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 flipV="1">
            <a:off x="2060740" y="4455580"/>
            <a:ext cx="773430" cy="63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ACC992F-6946-876D-5E52-3036992D2709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1244058" y="4836228"/>
            <a:ext cx="12318" cy="425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A5417116-DF3A-4019-F80D-2D61C015CA22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5400000">
            <a:off x="-113250" y="2432605"/>
            <a:ext cx="2467362" cy="2944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7E35F9E-7F05-7337-2314-7D4B1C104A1C}"/>
              </a:ext>
            </a:extLst>
          </p:cNvPr>
          <p:cNvSpPr/>
          <p:nvPr/>
        </p:nvSpPr>
        <p:spPr>
          <a:xfrm>
            <a:off x="5793902" y="474072"/>
            <a:ext cx="2872419" cy="579983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IE" dirty="0"/>
              <a:t>Infrastructure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DC9DCA-8A52-F035-9B12-C31517B496BB}"/>
              </a:ext>
            </a:extLst>
          </p:cNvPr>
          <p:cNvSpPr/>
          <p:nvPr/>
        </p:nvSpPr>
        <p:spPr>
          <a:xfrm>
            <a:off x="6063995" y="934735"/>
            <a:ext cx="1837944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Structures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A33D57-1C58-3F88-B1E0-4563364925D1}"/>
              </a:ext>
            </a:extLst>
          </p:cNvPr>
          <p:cNvSpPr/>
          <p:nvPr/>
        </p:nvSpPr>
        <p:spPr>
          <a:xfrm>
            <a:off x="6063995" y="3823941"/>
            <a:ext cx="1837944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Fibre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1B98D-17CA-73CD-9396-992A3B016454}"/>
              </a:ext>
            </a:extLst>
          </p:cNvPr>
          <p:cNvSpPr/>
          <p:nvPr/>
        </p:nvSpPr>
        <p:spPr>
          <a:xfrm>
            <a:off x="6063995" y="2250785"/>
            <a:ext cx="1837944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Accommodation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9B5BF1C-1419-5BFE-A578-FC7CB7D23334}"/>
              </a:ext>
            </a:extLst>
          </p:cNvPr>
          <p:cNvSpPr/>
          <p:nvPr/>
        </p:nvSpPr>
        <p:spPr>
          <a:xfrm>
            <a:off x="6063995" y="5129657"/>
            <a:ext cx="1837944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Generator</a:t>
            </a:r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9EBE0709-2B05-3FF5-6A68-242A214EBE5E}"/>
              </a:ext>
            </a:extLst>
          </p:cNvPr>
          <p:cNvCxnSpPr>
            <a:cxnSpLocks/>
            <a:stCxn id="6" idx="3"/>
            <a:endCxn id="29" idx="1"/>
          </p:cNvCxnSpPr>
          <p:nvPr/>
        </p:nvCxnSpPr>
        <p:spPr>
          <a:xfrm>
            <a:off x="7901939" y="1350787"/>
            <a:ext cx="1292817" cy="8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84370E82-3CB8-DB05-731F-ACF573F6AA4D}"/>
              </a:ext>
            </a:extLst>
          </p:cNvPr>
          <p:cNvSpPr/>
          <p:nvPr/>
        </p:nvSpPr>
        <p:spPr>
          <a:xfrm>
            <a:off x="5190721" y="854653"/>
            <a:ext cx="149492" cy="1551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1BB10E0E-98AF-4C14-60FF-78F83380EEB0}"/>
              </a:ext>
            </a:extLst>
          </p:cNvPr>
          <p:cNvCxnSpPr>
            <a:cxnSpLocks/>
            <a:stCxn id="94" idx="4"/>
            <a:endCxn id="6" idx="1"/>
          </p:cNvCxnSpPr>
          <p:nvPr/>
        </p:nvCxnSpPr>
        <p:spPr>
          <a:xfrm rot="16200000" flipH="1">
            <a:off x="5494242" y="781034"/>
            <a:ext cx="340978" cy="7985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5AA0F9C7-D307-578D-757E-51B695423FE4}"/>
              </a:ext>
            </a:extLst>
          </p:cNvPr>
          <p:cNvCxnSpPr>
            <a:cxnSpLocks/>
            <a:stCxn id="94" idx="4"/>
            <a:endCxn id="8" idx="1"/>
          </p:cNvCxnSpPr>
          <p:nvPr/>
        </p:nvCxnSpPr>
        <p:spPr>
          <a:xfrm rot="16200000" flipH="1">
            <a:off x="4836217" y="1439059"/>
            <a:ext cx="1657028" cy="7985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A0A7582D-72A2-204E-70F7-58FDE264BA8B}"/>
              </a:ext>
            </a:extLst>
          </p:cNvPr>
          <p:cNvCxnSpPr>
            <a:cxnSpLocks/>
            <a:stCxn id="94" idx="4"/>
            <a:endCxn id="7" idx="1"/>
          </p:cNvCxnSpPr>
          <p:nvPr/>
        </p:nvCxnSpPr>
        <p:spPr>
          <a:xfrm rot="16200000" flipH="1">
            <a:off x="4049639" y="2225637"/>
            <a:ext cx="3230184" cy="7985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99990788-921E-4A74-C8C8-0703AEFB6BBC}"/>
              </a:ext>
            </a:extLst>
          </p:cNvPr>
          <p:cNvCxnSpPr>
            <a:cxnSpLocks/>
            <a:stCxn id="94" idx="4"/>
            <a:endCxn id="77" idx="1"/>
          </p:cNvCxnSpPr>
          <p:nvPr/>
        </p:nvCxnSpPr>
        <p:spPr>
          <a:xfrm rot="16200000" flipH="1">
            <a:off x="3396781" y="2878495"/>
            <a:ext cx="4535900" cy="7985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0E0C96E9-97FF-DAE2-A003-B7A98D53059D}"/>
              </a:ext>
            </a:extLst>
          </p:cNvPr>
          <p:cNvCxnSpPr>
            <a:cxnSpLocks/>
            <a:stCxn id="25" idx="3"/>
            <a:endCxn id="40" idx="2"/>
          </p:cNvCxnSpPr>
          <p:nvPr/>
        </p:nvCxnSpPr>
        <p:spPr>
          <a:xfrm>
            <a:off x="2262207" y="5910371"/>
            <a:ext cx="822813" cy="3635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6E438DE-515E-F67A-B9E2-6C8521F2232B}"/>
              </a:ext>
            </a:extLst>
          </p:cNvPr>
          <p:cNvSpPr/>
          <p:nvPr/>
        </p:nvSpPr>
        <p:spPr>
          <a:xfrm>
            <a:off x="9293322" y="5323615"/>
            <a:ext cx="2296176" cy="4520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Generator Services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D60D62-894C-2C94-B703-9171F5D1613B}"/>
              </a:ext>
            </a:extLst>
          </p:cNvPr>
          <p:cNvSpPr/>
          <p:nvPr/>
        </p:nvSpPr>
        <p:spPr>
          <a:xfrm>
            <a:off x="2141536" y="2178965"/>
            <a:ext cx="2341438" cy="3793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E&amp;LP Services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77ED7D-B106-4ECB-DF16-2D02661C9B35}"/>
              </a:ext>
            </a:extLst>
          </p:cNvPr>
          <p:cNvSpPr/>
          <p:nvPr/>
        </p:nvSpPr>
        <p:spPr>
          <a:xfrm>
            <a:off x="9194756" y="1161921"/>
            <a:ext cx="2341438" cy="3793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Inspections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F104D79-EFC3-5016-8D9F-581F7B10DB6A}"/>
              </a:ext>
            </a:extLst>
          </p:cNvPr>
          <p:cNvCxnSpPr>
            <a:cxnSpLocks/>
            <a:stCxn id="5" idx="3"/>
            <a:endCxn id="22" idx="0"/>
          </p:cNvCxnSpPr>
          <p:nvPr/>
        </p:nvCxnSpPr>
        <p:spPr>
          <a:xfrm>
            <a:off x="2186649" y="930118"/>
            <a:ext cx="1125606" cy="12488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F0660023-819C-1A7E-DC89-62E8E8C292B1}"/>
              </a:ext>
            </a:extLst>
          </p:cNvPr>
          <p:cNvCxnSpPr>
            <a:cxnSpLocks/>
            <a:stCxn id="77" idx="3"/>
            <a:endCxn id="3" idx="1"/>
          </p:cNvCxnSpPr>
          <p:nvPr/>
        </p:nvCxnSpPr>
        <p:spPr>
          <a:xfrm>
            <a:off x="7901939" y="5545709"/>
            <a:ext cx="1391383" cy="39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4538FB2-7740-B46C-BC25-CFF5B1751C35}"/>
              </a:ext>
            </a:extLst>
          </p:cNvPr>
          <p:cNvGrpSpPr/>
          <p:nvPr/>
        </p:nvGrpSpPr>
        <p:grpSpPr>
          <a:xfrm>
            <a:off x="8979408" y="2431855"/>
            <a:ext cx="2872419" cy="2344609"/>
            <a:chOff x="8979408" y="1766839"/>
            <a:chExt cx="2872419" cy="234460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D613BE8-8E29-E031-F98B-60258E1A59F8}"/>
                </a:ext>
              </a:extLst>
            </p:cNvPr>
            <p:cNvSpPr/>
            <p:nvPr/>
          </p:nvSpPr>
          <p:spPr>
            <a:xfrm>
              <a:off x="8979408" y="1766839"/>
              <a:ext cx="2872419" cy="234460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Facilities Services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0C5FD2-C96B-A07E-5E7F-F1AF5814D2CA}"/>
                </a:ext>
              </a:extLst>
            </p:cNvPr>
            <p:cNvSpPr/>
            <p:nvPr/>
          </p:nvSpPr>
          <p:spPr>
            <a:xfrm>
              <a:off x="9307364" y="2287088"/>
              <a:ext cx="2341438" cy="37936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 err="1"/>
                <a:t>AirCon</a:t>
              </a:r>
              <a:r>
                <a:rPr lang="en-IE" dirty="0"/>
                <a:t> Services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FA5CF19-117D-CC67-9E10-904675B745FC}"/>
                </a:ext>
              </a:extLst>
            </p:cNvPr>
            <p:cNvSpPr/>
            <p:nvPr/>
          </p:nvSpPr>
          <p:spPr>
            <a:xfrm>
              <a:off x="9307364" y="2881079"/>
              <a:ext cx="2341438" cy="37936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Fire Services</a:t>
              </a:r>
            </a:p>
          </p:txBody>
        </p: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9495EF20-7792-C6A5-49B6-05F85FB55F75}"/>
                </a:ext>
              </a:extLst>
            </p:cNvPr>
            <p:cNvCxnSpPr>
              <a:cxnSpLocks/>
              <a:stCxn id="14" idx="4"/>
              <a:endCxn id="13" idx="1"/>
            </p:cNvCxnSpPr>
            <p:nvPr/>
          </p:nvCxnSpPr>
          <p:spPr>
            <a:xfrm rot="16200000" flipH="1">
              <a:off x="9052095" y="2221498"/>
              <a:ext cx="397931" cy="11260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BC2E1E24-835D-5008-7F05-47607F147659}"/>
                </a:ext>
              </a:extLst>
            </p:cNvPr>
            <p:cNvCxnSpPr>
              <a:cxnSpLocks/>
              <a:stCxn id="14" idx="4"/>
              <a:endCxn id="19" idx="1"/>
            </p:cNvCxnSpPr>
            <p:nvPr/>
          </p:nvCxnSpPr>
          <p:spPr>
            <a:xfrm rot="16200000" flipH="1">
              <a:off x="8755099" y="2518494"/>
              <a:ext cx="991922" cy="11260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BC1407-5F94-2EF3-7E58-347E4A485F2E}"/>
                </a:ext>
              </a:extLst>
            </p:cNvPr>
            <p:cNvSpPr/>
            <p:nvPr/>
          </p:nvSpPr>
          <p:spPr>
            <a:xfrm>
              <a:off x="9328022" y="3508715"/>
              <a:ext cx="2341438" cy="37936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Alarm Services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C73761E-E573-AE96-7AD5-B7FBF81C7140}"/>
                </a:ext>
              </a:extLst>
            </p:cNvPr>
            <p:cNvSpPr/>
            <p:nvPr/>
          </p:nvSpPr>
          <p:spPr>
            <a:xfrm>
              <a:off x="9120010" y="1923681"/>
              <a:ext cx="149492" cy="15515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5EEE9DA0-F930-E13B-B9F7-0402794D7185}"/>
                </a:ext>
              </a:extLst>
            </p:cNvPr>
            <p:cNvCxnSpPr>
              <a:cxnSpLocks/>
              <a:stCxn id="14" idx="4"/>
              <a:endCxn id="10" idx="1"/>
            </p:cNvCxnSpPr>
            <p:nvPr/>
          </p:nvCxnSpPr>
          <p:spPr>
            <a:xfrm rot="16200000" flipH="1">
              <a:off x="8451610" y="2821983"/>
              <a:ext cx="1619558" cy="13326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EC4243F-D881-8B0B-18EB-7A80A7007159}"/>
              </a:ext>
            </a:extLst>
          </p:cNvPr>
          <p:cNvCxnSpPr>
            <a:cxnSpLocks/>
            <a:stCxn id="8" idx="3"/>
            <a:endCxn id="14" idx="2"/>
          </p:cNvCxnSpPr>
          <p:nvPr/>
        </p:nvCxnSpPr>
        <p:spPr>
          <a:xfrm flipV="1">
            <a:off x="7901939" y="2666275"/>
            <a:ext cx="1218071" cy="5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313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02A41-ACD6-4E92-2D28-ADFAD985E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Arrow: Left-Right 77">
            <a:extLst>
              <a:ext uri="{FF2B5EF4-FFF2-40B4-BE49-F238E27FC236}">
                <a16:creationId xmlns:a16="http://schemas.microsoft.com/office/drawing/2014/main" id="{2566789E-711F-A7FE-1AF6-1C802414EC4A}"/>
              </a:ext>
            </a:extLst>
          </p:cNvPr>
          <p:cNvSpPr/>
          <p:nvPr/>
        </p:nvSpPr>
        <p:spPr>
          <a:xfrm>
            <a:off x="3332527" y="5513253"/>
            <a:ext cx="5206492" cy="484632"/>
          </a:xfrm>
          <a:prstGeom prst="left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7" name="Arrow: Left-Right 76">
            <a:extLst>
              <a:ext uri="{FF2B5EF4-FFF2-40B4-BE49-F238E27FC236}">
                <a16:creationId xmlns:a16="http://schemas.microsoft.com/office/drawing/2014/main" id="{AE98D612-A2C1-AB32-B0D2-B3D2B3F8A7E6}"/>
              </a:ext>
            </a:extLst>
          </p:cNvPr>
          <p:cNvSpPr/>
          <p:nvPr/>
        </p:nvSpPr>
        <p:spPr>
          <a:xfrm>
            <a:off x="3332527" y="3718029"/>
            <a:ext cx="5206492" cy="484632"/>
          </a:xfrm>
          <a:prstGeom prst="left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6" name="Arrow: Left-Right 75">
            <a:extLst>
              <a:ext uri="{FF2B5EF4-FFF2-40B4-BE49-F238E27FC236}">
                <a16:creationId xmlns:a16="http://schemas.microsoft.com/office/drawing/2014/main" id="{952B1283-7F29-452A-3902-DDCA890FF7B1}"/>
              </a:ext>
            </a:extLst>
          </p:cNvPr>
          <p:cNvSpPr/>
          <p:nvPr/>
        </p:nvSpPr>
        <p:spPr>
          <a:xfrm>
            <a:off x="3332527" y="1925850"/>
            <a:ext cx="5206492" cy="484632"/>
          </a:xfrm>
          <a:prstGeom prst="left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CF0D57-43B5-D480-B79F-8E2B1EDACC9D}"/>
              </a:ext>
            </a:extLst>
          </p:cNvPr>
          <p:cNvSpPr txBox="1"/>
          <p:nvPr/>
        </p:nvSpPr>
        <p:spPr>
          <a:xfrm>
            <a:off x="438912" y="301752"/>
            <a:ext cx="248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u="sng" dirty="0"/>
              <a:t>SAF / SRFs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79D3DD-5A27-E3E2-2F88-889373DFD723}"/>
              </a:ext>
            </a:extLst>
          </p:cNvPr>
          <p:cNvSpPr/>
          <p:nvPr/>
        </p:nvSpPr>
        <p:spPr>
          <a:xfrm>
            <a:off x="5046599" y="199206"/>
            <a:ext cx="1837944" cy="641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Site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AC30361-E930-C7A6-5FF2-2926717104AD}"/>
              </a:ext>
            </a:extLst>
          </p:cNvPr>
          <p:cNvGrpSpPr/>
          <p:nvPr/>
        </p:nvGrpSpPr>
        <p:grpSpPr>
          <a:xfrm>
            <a:off x="1189783" y="1527372"/>
            <a:ext cx="2142744" cy="1136904"/>
            <a:chOff x="1189783" y="1527372"/>
            <a:chExt cx="2142744" cy="113690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78D8705-EC75-FD65-3041-95D2E7CCB87D}"/>
                </a:ext>
              </a:extLst>
            </p:cNvPr>
            <p:cNvSpPr/>
            <p:nvPr/>
          </p:nvSpPr>
          <p:spPr>
            <a:xfrm>
              <a:off x="1189783" y="152737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SAF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0406696-F40B-B7CB-59D9-136DD5AAB49E}"/>
                </a:ext>
              </a:extLst>
            </p:cNvPr>
            <p:cNvSpPr/>
            <p:nvPr/>
          </p:nvSpPr>
          <p:spPr>
            <a:xfrm>
              <a:off x="1342183" y="167977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SAF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1A1D9A6-E326-6367-CC79-679A1E547727}"/>
                </a:ext>
              </a:extLst>
            </p:cNvPr>
            <p:cNvSpPr/>
            <p:nvPr/>
          </p:nvSpPr>
          <p:spPr>
            <a:xfrm>
              <a:off x="1494583" y="183217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SAF</a:t>
              </a: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431C56A-041F-3FA7-3CAD-C840DB221BBC}"/>
              </a:ext>
            </a:extLst>
          </p:cNvPr>
          <p:cNvSpPr/>
          <p:nvPr/>
        </p:nvSpPr>
        <p:spPr>
          <a:xfrm>
            <a:off x="8539019" y="1679772"/>
            <a:ext cx="1837944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SAF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188DC08-6474-3E8E-DD8A-3FB5DF1374CB}"/>
              </a:ext>
            </a:extLst>
          </p:cNvPr>
          <p:cNvGrpSpPr/>
          <p:nvPr/>
        </p:nvGrpSpPr>
        <p:grpSpPr>
          <a:xfrm>
            <a:off x="4527918" y="1832172"/>
            <a:ext cx="2870407" cy="4165713"/>
            <a:chOff x="6443125" y="474072"/>
            <a:chExt cx="2690115" cy="468933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704F52F-DF15-E48D-0790-1DFEB6D9535C}"/>
                </a:ext>
              </a:extLst>
            </p:cNvPr>
            <p:cNvSpPr/>
            <p:nvPr/>
          </p:nvSpPr>
          <p:spPr>
            <a:xfrm>
              <a:off x="6443125" y="474072"/>
              <a:ext cx="2690115" cy="468933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b="1" dirty="0"/>
                <a:t>Infrastructure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84A2B78-F054-4DE5-0289-8CEF16D33E76}"/>
                </a:ext>
              </a:extLst>
            </p:cNvPr>
            <p:cNvSpPr/>
            <p:nvPr/>
          </p:nvSpPr>
          <p:spPr>
            <a:xfrm>
              <a:off x="6864997" y="934735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600" b="1" dirty="0"/>
                <a:t>Structures</a:t>
              </a:r>
              <a:endParaRPr lang="en-IE" b="1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E455716-F5CF-8B8B-6DCF-7DA015C0221E}"/>
                </a:ext>
              </a:extLst>
            </p:cNvPr>
            <p:cNvSpPr/>
            <p:nvPr/>
          </p:nvSpPr>
          <p:spPr>
            <a:xfrm>
              <a:off x="6871507" y="2946071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600" b="1" dirty="0"/>
                <a:t>Fibre</a:t>
              </a:r>
              <a:endParaRPr lang="en-IE" b="1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A7196DB-1D9A-D3FC-847C-30DF2E147A5A}"/>
                </a:ext>
              </a:extLst>
            </p:cNvPr>
            <p:cNvSpPr/>
            <p:nvPr/>
          </p:nvSpPr>
          <p:spPr>
            <a:xfrm>
              <a:off x="6871507" y="1937378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600" b="1" dirty="0"/>
                <a:t>Accommodation</a:t>
              </a:r>
              <a:endParaRPr lang="en-IE" b="1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89AA6CE-6188-1851-AADB-A12D152B1E41}"/>
                </a:ext>
              </a:extLst>
            </p:cNvPr>
            <p:cNvSpPr/>
            <p:nvPr/>
          </p:nvSpPr>
          <p:spPr>
            <a:xfrm>
              <a:off x="6864997" y="3908829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600" b="1" dirty="0"/>
                <a:t>Generator</a:t>
              </a:r>
              <a:endParaRPr lang="en-IE" b="1" dirty="0"/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70578199-3476-E077-63B9-71FB9327E6AE}"/>
              </a:ext>
            </a:extLst>
          </p:cNvPr>
          <p:cNvSpPr/>
          <p:nvPr/>
        </p:nvSpPr>
        <p:spPr>
          <a:xfrm>
            <a:off x="1494583" y="3479116"/>
            <a:ext cx="1837944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SAF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7DAE1FF-01D2-4066-EC37-C84CE6BF4077}"/>
              </a:ext>
            </a:extLst>
          </p:cNvPr>
          <p:cNvGrpSpPr/>
          <p:nvPr/>
        </p:nvGrpSpPr>
        <p:grpSpPr>
          <a:xfrm>
            <a:off x="8539019" y="5121979"/>
            <a:ext cx="2142744" cy="1136904"/>
            <a:chOff x="1189783" y="1527372"/>
            <a:chExt cx="2142744" cy="113690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E606751-D507-2DAA-447C-6EF8B6DCB073}"/>
                </a:ext>
              </a:extLst>
            </p:cNvPr>
            <p:cNvSpPr/>
            <p:nvPr/>
          </p:nvSpPr>
          <p:spPr>
            <a:xfrm>
              <a:off x="1189783" y="152737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SAF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11B8EF9-854B-DF05-1581-45A5D4585A9D}"/>
                </a:ext>
              </a:extLst>
            </p:cNvPr>
            <p:cNvSpPr/>
            <p:nvPr/>
          </p:nvSpPr>
          <p:spPr>
            <a:xfrm>
              <a:off x="1342183" y="167977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SAF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7E302AC-0E8D-193D-DDD8-23C0AB8E3B3D}"/>
                </a:ext>
              </a:extLst>
            </p:cNvPr>
            <p:cNvSpPr/>
            <p:nvPr/>
          </p:nvSpPr>
          <p:spPr>
            <a:xfrm>
              <a:off x="1494583" y="183217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SRF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4EE590E-3982-A9EE-40E0-E533381DD939}"/>
              </a:ext>
            </a:extLst>
          </p:cNvPr>
          <p:cNvGrpSpPr/>
          <p:nvPr/>
        </p:nvGrpSpPr>
        <p:grpSpPr>
          <a:xfrm>
            <a:off x="8539019" y="3326716"/>
            <a:ext cx="2142744" cy="1136904"/>
            <a:chOff x="1189783" y="1527372"/>
            <a:chExt cx="2142744" cy="1136904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E43CBA6-87E0-8EFF-3C24-C8D43708B925}"/>
                </a:ext>
              </a:extLst>
            </p:cNvPr>
            <p:cNvSpPr/>
            <p:nvPr/>
          </p:nvSpPr>
          <p:spPr>
            <a:xfrm>
              <a:off x="1189783" y="152737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SAF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735B6DC-D49E-D5F2-9A70-32B230D48959}"/>
                </a:ext>
              </a:extLst>
            </p:cNvPr>
            <p:cNvSpPr/>
            <p:nvPr/>
          </p:nvSpPr>
          <p:spPr>
            <a:xfrm>
              <a:off x="1342183" y="167977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SAF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1728AB9-8D37-35B0-8699-AF12FD7F8E0F}"/>
                </a:ext>
              </a:extLst>
            </p:cNvPr>
            <p:cNvSpPr/>
            <p:nvPr/>
          </p:nvSpPr>
          <p:spPr>
            <a:xfrm>
              <a:off x="1494583" y="183217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SRF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A34CA05-D786-E994-FC17-268BAC4E40C4}"/>
              </a:ext>
            </a:extLst>
          </p:cNvPr>
          <p:cNvGrpSpPr/>
          <p:nvPr/>
        </p:nvGrpSpPr>
        <p:grpSpPr>
          <a:xfrm>
            <a:off x="1189783" y="5121979"/>
            <a:ext cx="2142744" cy="1136904"/>
            <a:chOff x="1189783" y="1527372"/>
            <a:chExt cx="2142744" cy="1136904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44BB713-3B2B-4BEB-022F-A1DC7F6E2771}"/>
                </a:ext>
              </a:extLst>
            </p:cNvPr>
            <p:cNvSpPr/>
            <p:nvPr/>
          </p:nvSpPr>
          <p:spPr>
            <a:xfrm>
              <a:off x="1189783" y="152737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SAF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D949797-A760-C6E5-6013-B6ECFF010AEC}"/>
                </a:ext>
              </a:extLst>
            </p:cNvPr>
            <p:cNvSpPr/>
            <p:nvPr/>
          </p:nvSpPr>
          <p:spPr>
            <a:xfrm>
              <a:off x="1342183" y="167977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SAF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A46FABF-F341-F083-F3AC-0DC140634941}"/>
                </a:ext>
              </a:extLst>
            </p:cNvPr>
            <p:cNvSpPr/>
            <p:nvPr/>
          </p:nvSpPr>
          <p:spPr>
            <a:xfrm>
              <a:off x="1494583" y="1832172"/>
              <a:ext cx="1837944" cy="8321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SAF</a:t>
              </a:r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36584FFB-8317-CC1C-1CB9-8D69F926C661}"/>
              </a:ext>
            </a:extLst>
          </p:cNvPr>
          <p:cNvSpPr/>
          <p:nvPr/>
        </p:nvSpPr>
        <p:spPr>
          <a:xfrm>
            <a:off x="3514725" y="986740"/>
            <a:ext cx="4901692" cy="484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Equipment</a:t>
            </a:r>
          </a:p>
        </p:txBody>
      </p:sp>
    </p:spTree>
    <p:extLst>
      <p:ext uri="{BB962C8B-B14F-4D97-AF65-F5344CB8AC3E}">
        <p14:creationId xmlns:p14="http://schemas.microsoft.com/office/powerpoint/2010/main" val="3606880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4d3fce-0a36-4205-a0ca-fe0566e94181" xsi:nil="true"/>
    <lcf76f155ced4ddcb4097134ff3c332f xmlns="3efc92a2-03b5-4d7e-91ef-6342da2334f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8B62B59F9F564E81C917325F84AF05" ma:contentTypeVersion="15" ma:contentTypeDescription="Create a new document." ma:contentTypeScope="" ma:versionID="7a4e44c99929f1b367e7f98626d431e6">
  <xsd:schema xmlns:xsd="http://www.w3.org/2001/XMLSchema" xmlns:xs="http://www.w3.org/2001/XMLSchema" xmlns:p="http://schemas.microsoft.com/office/2006/metadata/properties" xmlns:ns2="3efc92a2-03b5-4d7e-91ef-6342da2334fb" xmlns:ns3="964d3fce-0a36-4205-a0ca-fe0566e94181" targetNamespace="http://schemas.microsoft.com/office/2006/metadata/properties" ma:root="true" ma:fieldsID="4de4b5358dec468688d947901ced36c7" ns2:_="" ns3:_="">
    <xsd:import namespace="3efc92a2-03b5-4d7e-91ef-6342da2334fb"/>
    <xsd:import namespace="964d3fce-0a36-4205-a0ca-fe0566e941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c92a2-03b5-4d7e-91ef-6342da2334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800460e2-1b74-4549-b703-a18f865bfa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4d3fce-0a36-4205-a0ca-fe0566e94181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9a919f6c-59e7-428a-b9dd-4e1cd184a7ea}" ma:internalName="TaxCatchAll" ma:showField="CatchAllData" ma:web="964d3fce-0a36-4205-a0ca-fe0566e941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A0BDAE-0A1A-4E5A-B829-C14F77C2AFD0}">
  <ds:schemaRefs>
    <ds:schemaRef ds:uri="http://schemas.microsoft.com/office/2006/metadata/properties"/>
    <ds:schemaRef ds:uri="http://schemas.microsoft.com/office/infopath/2007/PartnerControls"/>
    <ds:schemaRef ds:uri="964d3fce-0a36-4205-a0ca-fe0566e94181"/>
    <ds:schemaRef ds:uri="3efc92a2-03b5-4d7e-91ef-6342da2334fb"/>
  </ds:schemaRefs>
</ds:datastoreItem>
</file>

<file path=customXml/itemProps2.xml><?xml version="1.0" encoding="utf-8"?>
<ds:datastoreItem xmlns:ds="http://schemas.openxmlformats.org/officeDocument/2006/customXml" ds:itemID="{CE6BD42F-B6FD-49DC-B6B8-BEEA560789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417AD6-D024-47B3-81C0-13653CD3C3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fc92a2-03b5-4d7e-91ef-6342da2334fb"/>
    <ds:schemaRef ds:uri="964d3fce-0a36-4205-a0ca-fe0566e941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Widescreen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Perrem</dc:creator>
  <cp:lastModifiedBy>Mark Perrem</cp:lastModifiedBy>
  <cp:revision>1</cp:revision>
  <dcterms:created xsi:type="dcterms:W3CDTF">2025-11-24T10:35:51Z</dcterms:created>
  <dcterms:modified xsi:type="dcterms:W3CDTF">2026-01-28T13:31:01Z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0x0101002A8B62B59F9F564E81C917325F84AF05</vt:lpwstr>
  </property>
  <property fmtid="{D5CDD505-2E9C-101B-9397-08002B2CF9AE}" pid="3" name="MediaServiceImageTags">
    <vt:lpwstr/>
  </property>
</Properties>
</file>